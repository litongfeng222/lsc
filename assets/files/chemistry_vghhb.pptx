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handoutMasters/handoutMaster1.xml" ContentType="application/vnd.openxmlformats-officedocument.presentationml.handoutMaster+xml"/>
  <Override PartName="/ppt/media/image19.svg" ContentType="image/svg+xml"/>
  <Override PartName="/ppt/media/image21.svg" ContentType="image/svg+xml"/>
  <Override PartName="/ppt/media/image23.svg" ContentType="image/svg+xml"/>
  <Override PartName="/ppt/media/image25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1.svg" ContentType="image/svg+xml"/>
  <Override PartName="/ppt/media/image53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63.svg" ContentType="image/svg+xml"/>
  <Override PartName="/ppt/media/image65.svg" ContentType="image/svg+xml"/>
  <Override PartName="/ppt/media/image67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handoutMasterIdLst>
    <p:handoutMasterId r:id="rId38"/>
  </p:handoutMasterIdLst>
  <p:sldIdLst>
    <p:sldId id="257" r:id="rId3"/>
    <p:sldId id="259" r:id="rId4"/>
    <p:sldId id="261" r:id="rId5"/>
    <p:sldId id="260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8" r:id="rId31"/>
    <p:sldId id="289" r:id="rId32"/>
    <p:sldId id="291" r:id="rId33"/>
    <p:sldId id="294" r:id="rId34"/>
    <p:sldId id="290" r:id="rId35"/>
    <p:sldId id="287" r:id="rId3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27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handoutMaster" Target="handoutMasters/handoutMaster1.xml"/><Relationship Id="rId37" Type="http://schemas.openxmlformats.org/officeDocument/2006/relationships/notesMaster" Target="notesMasters/notesMaster1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package" Target="../embeddings/Workbook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训练时长</c:v>
                </c:pt>
              </c:strCache>
            </c:strRef>
          </c:tx>
          <c:spPr>
            <a:solidFill>
              <a:scrgbClr r="6848" g="19807" b="4971">
                <a:alpha val="100000"/>
              </a:scrgbClr>
            </a:solidFill>
            <a:ln>
              <a:solidFill>
                <a:scrgbClr r="6848" g="19807" b="4971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rgbClr r="6848" g="19807" b="4971">
                      <a:alpha val="100000"/>
                    </a:scrgbClr>
                  </a:gs>
                  <a:gs pos="100000">
                    <a:scrgbClr r="6848" g="19807" b="4971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rgbClr r="19462" g="32314" b="14413">
                      <a:alpha val="100000"/>
                    </a:scrgbClr>
                  </a:gs>
                  <a:gs pos="100000">
                    <a:scrgbClr r="19462" g="32314" b="14413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rgbClr r="25415" g="32314" b="10462">
                      <a:alpha val="100000"/>
                    </a:scrgbClr>
                  </a:gs>
                  <a:gs pos="100000">
                    <a:scrgbClr r="25415" g="32314" b="10462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rgbClr r="14703" g="27050" b="19462">
                      <a:alpha val="100000"/>
                    </a:scrgbClr>
                  </a:gs>
                  <a:gs pos="100000">
                    <a:scrgbClr r="14703" g="27050" b="19462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4"/>
            <c:invertIfNegative val="0"/>
            <c:bubble3D val="0"/>
            <c:spPr>
              <a:gradFill>
                <a:gsLst>
                  <a:gs pos="0">
                    <a:scrgbClr r="47932" g="35153" b="21586">
                      <a:alpha val="100000"/>
                    </a:scrgbClr>
                  </a:gs>
                  <a:gs pos="100000">
                    <a:scrgbClr r="47932" g="35153" b="21586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2519" g="4231" b="2315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站军姿</c:v>
                </c:pt>
                <c:pt idx="1">
                  <c:v>正步走</c:v>
                </c:pt>
                <c:pt idx="2">
                  <c:v>齐步走</c:v>
                </c:pt>
                <c:pt idx="3">
                  <c:v>跑步训练</c:v>
                </c:pt>
                <c:pt idx="4">
                  <c:v>内务整理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</c:v>
                </c:pt>
                <c:pt idx="1">
                  <c:v>10</c:v>
                </c:pt>
                <c:pt idx="2">
                  <c:v>8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00"/>
        <c:overlap val="-30"/>
        <c:axId val="382893396"/>
        <c:axId val="980336800"/>
      </c:barChart>
      <c:catAx>
        <c:axId val="38289339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65837" g="68669" b="57758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224" g="14413" b="1022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80336800"/>
        <c:crosses val="autoZero"/>
        <c:auto val="1"/>
        <c:lblAlgn val="ctr"/>
        <c:lblOffset val="100"/>
        <c:noMultiLvlLbl val="0"/>
      </c:catAx>
      <c:valAx>
        <c:axId val="980336800"/>
        <c:scaling>
          <c:orientation val="minMax"/>
          <c:max val="14"/>
          <c:min val="0"/>
        </c:scaling>
        <c:delete val="0"/>
        <c:axPos val="l"/>
        <c:majorGridlines>
          <c:spPr>
            <a:ln w="12700" cap="flat" cmpd="sng" algn="ctr">
              <a:solidFill>
                <a:scrgbClr r="98225" g="97345" b="93869">
                  <a:alpha val="100000"/>
                </a:scrgbClr>
              </a:solidFill>
              <a:prstDash val="solid"/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zh-CN" sz="1200" b="0" i="0" u="none" strike="noStrike" kern="1200" baseline="0">
                    <a:solidFill>
                      <a:scrgbClr r="19462" g="25415" b="19462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时长（小时）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224" g="14413" b="1022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382893396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47b55162-10ff-43e2-8095-66486f09ca5a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军训前自评</c:v>
                </c:pt>
              </c:strCache>
            </c:strRef>
          </c:tx>
          <c:spPr>
            <a:solidFill>
              <a:scrgbClr r="6848" g="19807" b="4971">
                <a:alpha val="100000"/>
              </a:scrgbClr>
            </a:solidFill>
            <a:ln>
              <a:solidFill>
                <a:scrgbClr r="6848" g="19807" b="4971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rgbClr r="6848" g="19807" b="4971">
                      <a:alpha val="100000"/>
                    </a:scrgbClr>
                  </a:gs>
                  <a:gs pos="100000">
                    <a:scrgbClr r="6848" g="19807" b="4971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rgbClr r="6848" g="19807" b="4971">
                      <a:alpha val="100000"/>
                    </a:scrgbClr>
                  </a:gs>
                  <a:gs pos="100000">
                    <a:scrgbClr r="6848" g="19807" b="4971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rgbClr r="6848" g="19807" b="4971">
                      <a:alpha val="100000"/>
                    </a:scrgbClr>
                  </a:gs>
                  <a:gs pos="100000">
                    <a:scrgbClr r="6848" g="19807" b="4971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rgbClr r="6848" g="19807" b="4971">
                      <a:alpha val="100000"/>
                    </a:scrgbClr>
                  </a:gs>
                  <a:gs pos="100000">
                    <a:scrgbClr r="6848" g="19807" b="4971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2519" g="4231" b="2315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团队默契度</c:v>
                </c:pt>
                <c:pt idx="1">
                  <c:v>互助主动性</c:v>
                </c:pt>
                <c:pt idx="2">
                  <c:v>集体荣誉感</c:v>
                </c:pt>
                <c:pt idx="3">
                  <c:v>纪律服从性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3.2</c:v>
                </c:pt>
                <c:pt idx="1">
                  <c:v>4</c:v>
                </c:pt>
                <c:pt idx="2">
                  <c:v>5.5</c:v>
                </c:pt>
                <c:pt idx="3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军训后自评</c:v>
                </c:pt>
              </c:strCache>
            </c:strRef>
          </c:tx>
          <c:spPr>
            <a:solidFill>
              <a:scrgbClr r="19462" g="32314" b="14413">
                <a:alpha val="100000"/>
              </a:scrgbClr>
            </a:solidFill>
            <a:ln>
              <a:solidFill>
                <a:scrgbClr r="19462" g="32314" b="14413">
                  <a:alpha val="100000"/>
                </a:scrgbClr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gradFill>
                <a:gsLst>
                  <a:gs pos="0">
                    <a:scrgbClr r="19462" g="32314" b="14413">
                      <a:alpha val="100000"/>
                    </a:scrgbClr>
                  </a:gs>
                  <a:gs pos="100000">
                    <a:scrgbClr r="19462" g="32314" b="14413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1"/>
            <c:invertIfNegative val="0"/>
            <c:bubble3D val="0"/>
            <c:spPr>
              <a:gradFill>
                <a:gsLst>
                  <a:gs pos="0">
                    <a:scrgbClr r="19462" g="32314" b="14413">
                      <a:alpha val="100000"/>
                    </a:scrgbClr>
                  </a:gs>
                  <a:gs pos="100000">
                    <a:scrgbClr r="19462" g="32314" b="14413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2"/>
            <c:invertIfNegative val="0"/>
            <c:bubble3D val="0"/>
            <c:spPr>
              <a:gradFill>
                <a:gsLst>
                  <a:gs pos="0">
                    <a:scrgbClr r="19462" g="32314" b="14413">
                      <a:alpha val="100000"/>
                    </a:scrgbClr>
                  </a:gs>
                  <a:gs pos="100000">
                    <a:scrgbClr r="19462" g="32314" b="14413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Pt>
            <c:idx val="3"/>
            <c:invertIfNegative val="0"/>
            <c:bubble3D val="0"/>
            <c:spPr>
              <a:gradFill>
                <a:gsLst>
                  <a:gs pos="0">
                    <a:scrgbClr r="19462" g="32314" b="14413">
                      <a:alpha val="100000"/>
                    </a:scrgbClr>
                  </a:gs>
                  <a:gs pos="100000">
                    <a:scrgbClr r="19462" g="32314" b="14413">
                      <a:alpha val="40000"/>
                    </a:scrgbClr>
                  </a:gs>
                </a:gsLst>
                <a:lin ang="5400000"/>
              </a:gra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rgbClr r="2519" g="4231" b="2315">
                        <a:alpha val="100000"/>
                      </a:scrgb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团队默契度</c:v>
                </c:pt>
                <c:pt idx="1">
                  <c:v>互助主动性</c:v>
                </c:pt>
                <c:pt idx="2">
                  <c:v>集体荣誉感</c:v>
                </c:pt>
                <c:pt idx="3">
                  <c:v>纪律服从性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8.5</c:v>
                </c:pt>
                <c:pt idx="1">
                  <c:v>8.8</c:v>
                </c:pt>
                <c:pt idx="2">
                  <c:v>9.2</c:v>
                </c:pt>
                <c:pt idx="3">
                  <c:v>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1"/>
        </c:dLbls>
        <c:gapWidth val="150"/>
        <c:overlap val="-30"/>
        <c:axId val="224445269"/>
        <c:axId val="904853909"/>
      </c:barChart>
      <c:catAx>
        <c:axId val="224445269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12700" cap="flat" cmpd="sng" algn="ctr">
            <a:solidFill>
              <a:scrgbClr r="65837" g="68669" b="57758">
                <a:alpha val="100000"/>
              </a:scrgb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224" g="14413" b="1022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904853909"/>
        <c:crosses val="autoZero"/>
        <c:auto val="1"/>
        <c:lblAlgn val="ctr"/>
        <c:lblOffset val="100"/>
        <c:noMultiLvlLbl val="0"/>
      </c:catAx>
      <c:valAx>
        <c:axId val="904853909"/>
        <c:scaling>
          <c:orientation val="minMax"/>
          <c:max val="10"/>
          <c:min val="0"/>
        </c:scaling>
        <c:delete val="0"/>
        <c:axPos val="l"/>
        <c:majorGridlines>
          <c:spPr>
            <a:ln w="12700" cap="flat" cmpd="sng" algn="ctr">
              <a:solidFill>
                <a:scrgbClr r="98225" g="97345" b="93869">
                  <a:alpha val="100000"/>
                </a:scrgbClr>
              </a:solidFill>
              <a:prstDash val="solid"/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crgbClr r="10224" g="14413" b="10224">
                    <a:alpha val="100000"/>
                  </a:scrgbClr>
                </a:solidFill>
                <a:latin typeface="+mn-lt"/>
                <a:ea typeface="+mn-ea"/>
                <a:cs typeface="+mn-cs"/>
              </a:defRPr>
            </a:pPr>
          </a:p>
        </c:txPr>
        <c:crossAx val="224445269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400" b="0" i="0" u="none" strike="noStrike" kern="1200" baseline="0">
              <a:solidFill>
                <a:scrgbClr r="10224" g="14413" b="10224">
                  <a:alpha val="100000"/>
                </a:sc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362ec016-bb7b-4d76-9d8e-a2720839aaae}"/>
      </c:ext>
    </c:extLst>
  </c:chart>
  <c:spPr>
    <a:solidFill>
      <a:scrgbClr r="0" g="0" b="0">
        <a:alpha val="0"/>
      </a:scrgbClr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tags" Target="../tags/tag1.xml"/><Relationship Id="rId13" Type="http://schemas.openxmlformats.org/officeDocument/2006/relationships/image" Target="../media/image4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KSO_TEMPLATE" hidden="1"/>
          <p:cNvSpPr/>
          <p:nvPr>
            <p:custDataLst>
              <p:tags r:id="rId1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5.png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2.xml"/><Relationship Id="rId13" Type="http://schemas.openxmlformats.org/officeDocument/2006/relationships/image" Target="../media/image9.png"/><Relationship Id="rId12" Type="http://schemas.openxmlformats.org/officeDocument/2006/relationships/image" Target="../media/image8.png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1" Type="http://schemas.openxmlformats.org/officeDocument/2006/relationships/tags" Target="../tags/tag3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tags" Target="../tags/tag34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5.png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3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image" Target="../media/image12.jpeg"/><Relationship Id="rId24" Type="http://schemas.openxmlformats.org/officeDocument/2006/relationships/slideLayout" Target="../slideLayouts/slideLayout7.xml"/><Relationship Id="rId23" Type="http://schemas.openxmlformats.org/officeDocument/2006/relationships/tags" Target="../tags/tag63.xml"/><Relationship Id="rId22" Type="http://schemas.openxmlformats.org/officeDocument/2006/relationships/tags" Target="../tags/tag62.xml"/><Relationship Id="rId21" Type="http://schemas.openxmlformats.org/officeDocument/2006/relationships/tags" Target="../tags/tag61.xml"/><Relationship Id="rId20" Type="http://schemas.openxmlformats.org/officeDocument/2006/relationships/tags" Target="../tags/tag60.xml"/><Relationship Id="rId2" Type="http://schemas.openxmlformats.org/officeDocument/2006/relationships/tags" Target="../tags/tag43.xml"/><Relationship Id="rId19" Type="http://schemas.openxmlformats.org/officeDocument/2006/relationships/tags" Target="../tags/tag59.xml"/><Relationship Id="rId18" Type="http://schemas.openxmlformats.org/officeDocument/2006/relationships/tags" Target="../tags/tag58.xml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tags" Target="../tags/tag67.xml"/><Relationship Id="rId31" Type="http://schemas.openxmlformats.org/officeDocument/2006/relationships/slideLayout" Target="../slideLayouts/slideLayout7.xml"/><Relationship Id="rId30" Type="http://schemas.openxmlformats.org/officeDocument/2006/relationships/tags" Target="../tags/tag93.xml"/><Relationship Id="rId3" Type="http://schemas.openxmlformats.org/officeDocument/2006/relationships/tags" Target="../tags/tag66.xml"/><Relationship Id="rId29" Type="http://schemas.openxmlformats.org/officeDocument/2006/relationships/tags" Target="../tags/tag92.xml"/><Relationship Id="rId28" Type="http://schemas.openxmlformats.org/officeDocument/2006/relationships/tags" Target="../tags/tag91.xml"/><Relationship Id="rId27" Type="http://schemas.openxmlformats.org/officeDocument/2006/relationships/tags" Target="../tags/tag90.xml"/><Relationship Id="rId26" Type="http://schemas.openxmlformats.org/officeDocument/2006/relationships/tags" Target="../tags/tag89.xml"/><Relationship Id="rId25" Type="http://schemas.openxmlformats.org/officeDocument/2006/relationships/tags" Target="../tags/tag88.xml"/><Relationship Id="rId24" Type="http://schemas.openxmlformats.org/officeDocument/2006/relationships/tags" Target="../tags/tag87.xml"/><Relationship Id="rId23" Type="http://schemas.openxmlformats.org/officeDocument/2006/relationships/tags" Target="../tags/tag86.xml"/><Relationship Id="rId22" Type="http://schemas.openxmlformats.org/officeDocument/2006/relationships/tags" Target="../tags/tag85.xml"/><Relationship Id="rId21" Type="http://schemas.openxmlformats.org/officeDocument/2006/relationships/tags" Target="../tags/tag84.xml"/><Relationship Id="rId20" Type="http://schemas.openxmlformats.org/officeDocument/2006/relationships/tags" Target="../tags/tag83.xml"/><Relationship Id="rId2" Type="http://schemas.openxmlformats.org/officeDocument/2006/relationships/tags" Target="../tags/tag65.xml"/><Relationship Id="rId19" Type="http://schemas.openxmlformats.org/officeDocument/2006/relationships/tags" Target="../tags/tag82.xml"/><Relationship Id="rId18" Type="http://schemas.openxmlformats.org/officeDocument/2006/relationships/tags" Target="../tags/tag81.xml"/><Relationship Id="rId17" Type="http://schemas.openxmlformats.org/officeDocument/2006/relationships/tags" Target="../tags/tag80.xml"/><Relationship Id="rId16" Type="http://schemas.openxmlformats.org/officeDocument/2006/relationships/tags" Target="../tags/tag79.xml"/><Relationship Id="rId15" Type="http://schemas.openxmlformats.org/officeDocument/2006/relationships/tags" Target="../tags/tag78.xml"/><Relationship Id="rId14" Type="http://schemas.openxmlformats.org/officeDocument/2006/relationships/tags" Target="../tags/tag77.xml"/><Relationship Id="rId13" Type="http://schemas.openxmlformats.org/officeDocument/2006/relationships/tags" Target="../tags/tag76.xml"/><Relationship Id="rId12" Type="http://schemas.openxmlformats.org/officeDocument/2006/relationships/tags" Target="../tags/tag75.xml"/><Relationship Id="rId11" Type="http://schemas.openxmlformats.org/officeDocument/2006/relationships/tags" Target="../tags/tag74.xml"/><Relationship Id="rId10" Type="http://schemas.openxmlformats.org/officeDocument/2006/relationships/tags" Target="../tags/tag73.xml"/><Relationship Id="rId1" Type="http://schemas.openxmlformats.org/officeDocument/2006/relationships/tags" Target="../tags/tag6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2.xml"/><Relationship Id="rId8" Type="http://schemas.openxmlformats.org/officeDocument/2006/relationships/tags" Target="../tags/tag101.xml"/><Relationship Id="rId7" Type="http://schemas.openxmlformats.org/officeDocument/2006/relationships/tags" Target="../tags/tag100.xml"/><Relationship Id="rId6" Type="http://schemas.openxmlformats.org/officeDocument/2006/relationships/tags" Target="../tags/tag99.xml"/><Relationship Id="rId5" Type="http://schemas.openxmlformats.org/officeDocument/2006/relationships/tags" Target="../tags/tag98.xml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133.xml"/><Relationship Id="rId4" Type="http://schemas.openxmlformats.org/officeDocument/2006/relationships/tags" Target="../tags/tag97.xml"/><Relationship Id="rId39" Type="http://schemas.openxmlformats.org/officeDocument/2006/relationships/tags" Target="../tags/tag132.xml"/><Relationship Id="rId38" Type="http://schemas.openxmlformats.org/officeDocument/2006/relationships/tags" Target="../tags/tag131.xml"/><Relationship Id="rId37" Type="http://schemas.openxmlformats.org/officeDocument/2006/relationships/tags" Target="../tags/tag130.xml"/><Relationship Id="rId36" Type="http://schemas.openxmlformats.org/officeDocument/2006/relationships/tags" Target="../tags/tag129.xml"/><Relationship Id="rId35" Type="http://schemas.openxmlformats.org/officeDocument/2006/relationships/tags" Target="../tags/tag128.xml"/><Relationship Id="rId34" Type="http://schemas.openxmlformats.org/officeDocument/2006/relationships/tags" Target="../tags/tag127.xml"/><Relationship Id="rId33" Type="http://schemas.openxmlformats.org/officeDocument/2006/relationships/tags" Target="../tags/tag126.xml"/><Relationship Id="rId32" Type="http://schemas.openxmlformats.org/officeDocument/2006/relationships/tags" Target="../tags/tag125.xml"/><Relationship Id="rId31" Type="http://schemas.openxmlformats.org/officeDocument/2006/relationships/tags" Target="../tags/tag124.xml"/><Relationship Id="rId30" Type="http://schemas.openxmlformats.org/officeDocument/2006/relationships/tags" Target="../tags/tag123.xml"/><Relationship Id="rId3" Type="http://schemas.openxmlformats.org/officeDocument/2006/relationships/tags" Target="../tags/tag96.xml"/><Relationship Id="rId29" Type="http://schemas.openxmlformats.org/officeDocument/2006/relationships/tags" Target="../tags/tag122.xml"/><Relationship Id="rId28" Type="http://schemas.openxmlformats.org/officeDocument/2006/relationships/tags" Target="../tags/tag121.xml"/><Relationship Id="rId27" Type="http://schemas.openxmlformats.org/officeDocument/2006/relationships/tags" Target="../tags/tag120.xml"/><Relationship Id="rId26" Type="http://schemas.openxmlformats.org/officeDocument/2006/relationships/tags" Target="../tags/tag119.xml"/><Relationship Id="rId25" Type="http://schemas.openxmlformats.org/officeDocument/2006/relationships/tags" Target="../tags/tag118.xml"/><Relationship Id="rId24" Type="http://schemas.openxmlformats.org/officeDocument/2006/relationships/tags" Target="../tags/tag117.xml"/><Relationship Id="rId23" Type="http://schemas.openxmlformats.org/officeDocument/2006/relationships/tags" Target="../tags/tag116.xml"/><Relationship Id="rId22" Type="http://schemas.openxmlformats.org/officeDocument/2006/relationships/tags" Target="../tags/tag115.xml"/><Relationship Id="rId21" Type="http://schemas.openxmlformats.org/officeDocument/2006/relationships/tags" Target="../tags/tag114.xml"/><Relationship Id="rId20" Type="http://schemas.openxmlformats.org/officeDocument/2006/relationships/tags" Target="../tags/tag113.xml"/><Relationship Id="rId2" Type="http://schemas.openxmlformats.org/officeDocument/2006/relationships/tags" Target="../tags/tag95.xml"/><Relationship Id="rId19" Type="http://schemas.openxmlformats.org/officeDocument/2006/relationships/tags" Target="../tags/tag112.xml"/><Relationship Id="rId18" Type="http://schemas.openxmlformats.org/officeDocument/2006/relationships/tags" Target="../tags/tag111.xml"/><Relationship Id="rId17" Type="http://schemas.openxmlformats.org/officeDocument/2006/relationships/tags" Target="../tags/tag110.xml"/><Relationship Id="rId16" Type="http://schemas.openxmlformats.org/officeDocument/2006/relationships/tags" Target="../tags/tag109.xml"/><Relationship Id="rId15" Type="http://schemas.openxmlformats.org/officeDocument/2006/relationships/tags" Target="../tags/tag108.xml"/><Relationship Id="rId14" Type="http://schemas.openxmlformats.org/officeDocument/2006/relationships/tags" Target="../tags/tag107.xml"/><Relationship Id="rId13" Type="http://schemas.openxmlformats.org/officeDocument/2006/relationships/tags" Target="../tags/tag106.xml"/><Relationship Id="rId12" Type="http://schemas.openxmlformats.org/officeDocument/2006/relationships/tags" Target="../tags/tag105.xml"/><Relationship Id="rId11" Type="http://schemas.openxmlformats.org/officeDocument/2006/relationships/tags" Target="../tags/tag104.xml"/><Relationship Id="rId10" Type="http://schemas.openxmlformats.org/officeDocument/2006/relationships/tags" Target="../tags/tag103.xml"/><Relationship Id="rId1" Type="http://schemas.openxmlformats.org/officeDocument/2006/relationships/tags" Target="../tags/tag9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41.xml"/><Relationship Id="rId8" Type="http://schemas.openxmlformats.org/officeDocument/2006/relationships/tags" Target="../tags/tag140.xml"/><Relationship Id="rId7" Type="http://schemas.openxmlformats.org/officeDocument/2006/relationships/tags" Target="../tags/tag139.xml"/><Relationship Id="rId6" Type="http://schemas.openxmlformats.org/officeDocument/2006/relationships/tags" Target="../tags/tag138.xml"/><Relationship Id="rId5" Type="http://schemas.openxmlformats.org/officeDocument/2006/relationships/tags" Target="../tags/tag137.xml"/><Relationship Id="rId4" Type="http://schemas.openxmlformats.org/officeDocument/2006/relationships/tags" Target="../tags/tag136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163.xml"/><Relationship Id="rId30" Type="http://schemas.openxmlformats.org/officeDocument/2006/relationships/tags" Target="../tags/tag162.xml"/><Relationship Id="rId3" Type="http://schemas.openxmlformats.org/officeDocument/2006/relationships/image" Target="../media/image13.jpeg"/><Relationship Id="rId29" Type="http://schemas.openxmlformats.org/officeDocument/2006/relationships/tags" Target="../tags/tag161.xml"/><Relationship Id="rId28" Type="http://schemas.openxmlformats.org/officeDocument/2006/relationships/tags" Target="../tags/tag160.xml"/><Relationship Id="rId27" Type="http://schemas.openxmlformats.org/officeDocument/2006/relationships/tags" Target="../tags/tag159.xml"/><Relationship Id="rId26" Type="http://schemas.openxmlformats.org/officeDocument/2006/relationships/tags" Target="../tags/tag158.xml"/><Relationship Id="rId25" Type="http://schemas.openxmlformats.org/officeDocument/2006/relationships/tags" Target="../tags/tag157.xml"/><Relationship Id="rId24" Type="http://schemas.openxmlformats.org/officeDocument/2006/relationships/tags" Target="../tags/tag156.xml"/><Relationship Id="rId23" Type="http://schemas.openxmlformats.org/officeDocument/2006/relationships/tags" Target="../tags/tag155.xml"/><Relationship Id="rId22" Type="http://schemas.openxmlformats.org/officeDocument/2006/relationships/tags" Target="../tags/tag154.xml"/><Relationship Id="rId21" Type="http://schemas.openxmlformats.org/officeDocument/2006/relationships/tags" Target="../tags/tag153.xml"/><Relationship Id="rId20" Type="http://schemas.openxmlformats.org/officeDocument/2006/relationships/tags" Target="../tags/tag152.xml"/><Relationship Id="rId2" Type="http://schemas.openxmlformats.org/officeDocument/2006/relationships/tags" Target="../tags/tag135.xml"/><Relationship Id="rId19" Type="http://schemas.openxmlformats.org/officeDocument/2006/relationships/tags" Target="../tags/tag151.xml"/><Relationship Id="rId18" Type="http://schemas.openxmlformats.org/officeDocument/2006/relationships/tags" Target="../tags/tag150.xml"/><Relationship Id="rId17" Type="http://schemas.openxmlformats.org/officeDocument/2006/relationships/tags" Target="../tags/tag149.xml"/><Relationship Id="rId16" Type="http://schemas.openxmlformats.org/officeDocument/2006/relationships/tags" Target="../tags/tag148.xml"/><Relationship Id="rId15" Type="http://schemas.openxmlformats.org/officeDocument/2006/relationships/tags" Target="../tags/tag147.xml"/><Relationship Id="rId14" Type="http://schemas.openxmlformats.org/officeDocument/2006/relationships/tags" Target="../tags/tag146.xml"/><Relationship Id="rId13" Type="http://schemas.openxmlformats.org/officeDocument/2006/relationships/tags" Target="../tags/tag145.xml"/><Relationship Id="rId12" Type="http://schemas.openxmlformats.org/officeDocument/2006/relationships/tags" Target="../tags/tag144.xml"/><Relationship Id="rId11" Type="http://schemas.openxmlformats.org/officeDocument/2006/relationships/tags" Target="../tags/tag143.xml"/><Relationship Id="rId10" Type="http://schemas.openxmlformats.org/officeDocument/2006/relationships/tags" Target="../tags/tag142.xml"/><Relationship Id="rId1" Type="http://schemas.openxmlformats.org/officeDocument/2006/relationships/tags" Target="../tags/tag134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168.xml"/><Relationship Id="rId5" Type="http://schemas.openxmlformats.org/officeDocument/2006/relationships/tags" Target="../tags/tag167.xml"/><Relationship Id="rId4" Type="http://schemas.openxmlformats.org/officeDocument/2006/relationships/tags" Target="../tags/tag166.xml"/><Relationship Id="rId3" Type="http://schemas.openxmlformats.org/officeDocument/2006/relationships/tags" Target="../tags/tag165.xml"/><Relationship Id="rId2" Type="http://schemas.openxmlformats.org/officeDocument/2006/relationships/tags" Target="../tags/tag164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14.png"/><Relationship Id="rId7" Type="http://schemas.openxmlformats.org/officeDocument/2006/relationships/tags" Target="../tags/tag175.xml"/><Relationship Id="rId6" Type="http://schemas.openxmlformats.org/officeDocument/2006/relationships/tags" Target="../tags/tag174.xml"/><Relationship Id="rId5" Type="http://schemas.openxmlformats.org/officeDocument/2006/relationships/tags" Target="../tags/tag173.xml"/><Relationship Id="rId4" Type="http://schemas.openxmlformats.org/officeDocument/2006/relationships/tags" Target="../tags/tag172.xml"/><Relationship Id="rId3" Type="http://schemas.openxmlformats.org/officeDocument/2006/relationships/tags" Target="../tags/tag171.xml"/><Relationship Id="rId2" Type="http://schemas.openxmlformats.org/officeDocument/2006/relationships/tags" Target="../tags/tag170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169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83.xml"/><Relationship Id="rId8" Type="http://schemas.openxmlformats.org/officeDocument/2006/relationships/tags" Target="../tags/tag182.xml"/><Relationship Id="rId7" Type="http://schemas.openxmlformats.org/officeDocument/2006/relationships/tags" Target="../tags/tag181.xml"/><Relationship Id="rId6" Type="http://schemas.openxmlformats.org/officeDocument/2006/relationships/tags" Target="../tags/tag180.xml"/><Relationship Id="rId5" Type="http://schemas.openxmlformats.org/officeDocument/2006/relationships/tags" Target="../tags/tag179.xml"/><Relationship Id="rId4" Type="http://schemas.openxmlformats.org/officeDocument/2006/relationships/tags" Target="../tags/tag178.xml"/><Relationship Id="rId3" Type="http://schemas.openxmlformats.org/officeDocument/2006/relationships/image" Target="../media/image15.jpeg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201.xml"/><Relationship Id="rId26" Type="http://schemas.openxmlformats.org/officeDocument/2006/relationships/tags" Target="../tags/tag200.xml"/><Relationship Id="rId25" Type="http://schemas.openxmlformats.org/officeDocument/2006/relationships/tags" Target="../tags/tag199.xml"/><Relationship Id="rId24" Type="http://schemas.openxmlformats.org/officeDocument/2006/relationships/tags" Target="../tags/tag198.xml"/><Relationship Id="rId23" Type="http://schemas.openxmlformats.org/officeDocument/2006/relationships/tags" Target="../tags/tag197.xml"/><Relationship Id="rId22" Type="http://schemas.openxmlformats.org/officeDocument/2006/relationships/tags" Target="../tags/tag196.xml"/><Relationship Id="rId21" Type="http://schemas.openxmlformats.org/officeDocument/2006/relationships/tags" Target="../tags/tag195.xml"/><Relationship Id="rId20" Type="http://schemas.openxmlformats.org/officeDocument/2006/relationships/tags" Target="../tags/tag194.xml"/><Relationship Id="rId2" Type="http://schemas.openxmlformats.org/officeDocument/2006/relationships/tags" Target="../tags/tag177.xml"/><Relationship Id="rId19" Type="http://schemas.openxmlformats.org/officeDocument/2006/relationships/tags" Target="../tags/tag193.xml"/><Relationship Id="rId18" Type="http://schemas.openxmlformats.org/officeDocument/2006/relationships/tags" Target="../tags/tag192.xml"/><Relationship Id="rId17" Type="http://schemas.openxmlformats.org/officeDocument/2006/relationships/tags" Target="../tags/tag191.xml"/><Relationship Id="rId16" Type="http://schemas.openxmlformats.org/officeDocument/2006/relationships/tags" Target="../tags/tag190.xml"/><Relationship Id="rId15" Type="http://schemas.openxmlformats.org/officeDocument/2006/relationships/tags" Target="../tags/tag189.xml"/><Relationship Id="rId14" Type="http://schemas.openxmlformats.org/officeDocument/2006/relationships/tags" Target="../tags/tag188.xml"/><Relationship Id="rId13" Type="http://schemas.openxmlformats.org/officeDocument/2006/relationships/tags" Target="../tags/tag187.xml"/><Relationship Id="rId12" Type="http://schemas.openxmlformats.org/officeDocument/2006/relationships/tags" Target="../tags/tag186.xml"/><Relationship Id="rId11" Type="http://schemas.openxmlformats.org/officeDocument/2006/relationships/tags" Target="../tags/tag185.xml"/><Relationship Id="rId10" Type="http://schemas.openxmlformats.org/officeDocument/2006/relationships/tags" Target="../tags/tag184.xml"/><Relationship Id="rId1" Type="http://schemas.openxmlformats.org/officeDocument/2006/relationships/tags" Target="../tags/tag17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231.xml"/><Relationship Id="rId30" Type="http://schemas.openxmlformats.org/officeDocument/2006/relationships/tags" Target="../tags/tag230.xml"/><Relationship Id="rId3" Type="http://schemas.openxmlformats.org/officeDocument/2006/relationships/image" Target="../media/image16.jpeg"/><Relationship Id="rId29" Type="http://schemas.openxmlformats.org/officeDocument/2006/relationships/tags" Target="../tags/tag229.xml"/><Relationship Id="rId28" Type="http://schemas.openxmlformats.org/officeDocument/2006/relationships/tags" Target="../tags/tag228.xml"/><Relationship Id="rId27" Type="http://schemas.openxmlformats.org/officeDocument/2006/relationships/tags" Target="../tags/tag227.xml"/><Relationship Id="rId26" Type="http://schemas.openxmlformats.org/officeDocument/2006/relationships/tags" Target="../tags/tag226.xml"/><Relationship Id="rId25" Type="http://schemas.openxmlformats.org/officeDocument/2006/relationships/tags" Target="../tags/tag225.xml"/><Relationship Id="rId24" Type="http://schemas.openxmlformats.org/officeDocument/2006/relationships/tags" Target="../tags/tag224.xml"/><Relationship Id="rId23" Type="http://schemas.openxmlformats.org/officeDocument/2006/relationships/tags" Target="../tags/tag223.xml"/><Relationship Id="rId22" Type="http://schemas.openxmlformats.org/officeDocument/2006/relationships/tags" Target="../tags/tag222.xml"/><Relationship Id="rId21" Type="http://schemas.openxmlformats.org/officeDocument/2006/relationships/tags" Target="../tags/tag221.xml"/><Relationship Id="rId20" Type="http://schemas.openxmlformats.org/officeDocument/2006/relationships/tags" Target="../tags/tag220.xml"/><Relationship Id="rId2" Type="http://schemas.openxmlformats.org/officeDocument/2006/relationships/tags" Target="../tags/tag203.xml"/><Relationship Id="rId19" Type="http://schemas.openxmlformats.org/officeDocument/2006/relationships/tags" Target="../tags/tag219.xml"/><Relationship Id="rId18" Type="http://schemas.openxmlformats.org/officeDocument/2006/relationships/tags" Target="../tags/tag218.xml"/><Relationship Id="rId17" Type="http://schemas.openxmlformats.org/officeDocument/2006/relationships/tags" Target="../tags/tag217.xml"/><Relationship Id="rId16" Type="http://schemas.openxmlformats.org/officeDocument/2006/relationships/tags" Target="../tags/tag216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2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image" Target="../media/image19.svg"/><Relationship Id="rId7" Type="http://schemas.openxmlformats.org/officeDocument/2006/relationships/image" Target="../media/image18.png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255.xml"/><Relationship Id="rId32" Type="http://schemas.openxmlformats.org/officeDocument/2006/relationships/tags" Target="../tags/tag254.xml"/><Relationship Id="rId31" Type="http://schemas.openxmlformats.org/officeDocument/2006/relationships/tags" Target="../tags/tag253.xml"/><Relationship Id="rId30" Type="http://schemas.openxmlformats.org/officeDocument/2006/relationships/tags" Target="../tags/tag252.xml"/><Relationship Id="rId3" Type="http://schemas.openxmlformats.org/officeDocument/2006/relationships/image" Target="../media/image17.jpeg"/><Relationship Id="rId29" Type="http://schemas.openxmlformats.org/officeDocument/2006/relationships/image" Target="../media/image25.svg"/><Relationship Id="rId28" Type="http://schemas.openxmlformats.org/officeDocument/2006/relationships/image" Target="../media/image24.png"/><Relationship Id="rId27" Type="http://schemas.openxmlformats.org/officeDocument/2006/relationships/tags" Target="../tags/tag251.xml"/><Relationship Id="rId26" Type="http://schemas.openxmlformats.org/officeDocument/2006/relationships/tags" Target="../tags/tag250.xml"/><Relationship Id="rId25" Type="http://schemas.openxmlformats.org/officeDocument/2006/relationships/tags" Target="../tags/tag249.xml"/><Relationship Id="rId24" Type="http://schemas.openxmlformats.org/officeDocument/2006/relationships/tags" Target="../tags/tag248.xml"/><Relationship Id="rId23" Type="http://schemas.openxmlformats.org/officeDocument/2006/relationships/tags" Target="../tags/tag247.xml"/><Relationship Id="rId22" Type="http://schemas.openxmlformats.org/officeDocument/2006/relationships/image" Target="../media/image23.svg"/><Relationship Id="rId21" Type="http://schemas.openxmlformats.org/officeDocument/2006/relationships/image" Target="../media/image22.png"/><Relationship Id="rId20" Type="http://schemas.openxmlformats.org/officeDocument/2006/relationships/tags" Target="../tags/tag246.xml"/><Relationship Id="rId2" Type="http://schemas.openxmlformats.org/officeDocument/2006/relationships/tags" Target="../tags/tag233.xml"/><Relationship Id="rId19" Type="http://schemas.openxmlformats.org/officeDocument/2006/relationships/tags" Target="../tags/tag245.xml"/><Relationship Id="rId18" Type="http://schemas.openxmlformats.org/officeDocument/2006/relationships/tags" Target="../tags/tag244.xml"/><Relationship Id="rId17" Type="http://schemas.openxmlformats.org/officeDocument/2006/relationships/tags" Target="../tags/tag243.xml"/><Relationship Id="rId16" Type="http://schemas.openxmlformats.org/officeDocument/2006/relationships/tags" Target="../tags/tag242.xml"/><Relationship Id="rId15" Type="http://schemas.openxmlformats.org/officeDocument/2006/relationships/image" Target="../media/image21.svg"/><Relationship Id="rId14" Type="http://schemas.openxmlformats.org/officeDocument/2006/relationships/image" Target="../media/image20.png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tags" Target="../tags/tag232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264.xml"/><Relationship Id="rId8" Type="http://schemas.openxmlformats.org/officeDocument/2006/relationships/tags" Target="../tags/tag263.xml"/><Relationship Id="rId7" Type="http://schemas.openxmlformats.org/officeDocument/2006/relationships/tags" Target="../tags/tag262.xml"/><Relationship Id="rId6" Type="http://schemas.openxmlformats.org/officeDocument/2006/relationships/tags" Target="../tags/tag261.xml"/><Relationship Id="rId5" Type="http://schemas.openxmlformats.org/officeDocument/2006/relationships/tags" Target="../tags/tag260.xml"/><Relationship Id="rId4" Type="http://schemas.openxmlformats.org/officeDocument/2006/relationships/tags" Target="../tags/tag259.xml"/><Relationship Id="rId3" Type="http://schemas.openxmlformats.org/officeDocument/2006/relationships/tags" Target="../tags/tag258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openxmlformats.org/officeDocument/2006/relationships/tags" Target="../tags/tag257.xml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tags" Target="../tags/tag272.xml"/><Relationship Id="rId16" Type="http://schemas.openxmlformats.org/officeDocument/2006/relationships/tags" Target="../tags/tag271.xml"/><Relationship Id="rId15" Type="http://schemas.openxmlformats.org/officeDocument/2006/relationships/tags" Target="../tags/tag270.xml"/><Relationship Id="rId14" Type="http://schemas.openxmlformats.org/officeDocument/2006/relationships/tags" Target="../tags/tag269.xml"/><Relationship Id="rId13" Type="http://schemas.openxmlformats.org/officeDocument/2006/relationships/tags" Target="../tags/tag268.xml"/><Relationship Id="rId12" Type="http://schemas.openxmlformats.org/officeDocument/2006/relationships/tags" Target="../tags/tag267.xml"/><Relationship Id="rId11" Type="http://schemas.openxmlformats.org/officeDocument/2006/relationships/tags" Target="../tags/tag266.xml"/><Relationship Id="rId10" Type="http://schemas.openxmlformats.org/officeDocument/2006/relationships/tags" Target="../tags/tag265.xml"/><Relationship Id="rId1" Type="http://schemas.openxmlformats.org/officeDocument/2006/relationships/tags" Target="../tags/tag256.xml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tags" Target="../tags/tag284.xml"/><Relationship Id="rId5" Type="http://schemas.openxmlformats.org/officeDocument/2006/relationships/tags" Target="../tags/tag283.xml"/><Relationship Id="rId4" Type="http://schemas.openxmlformats.org/officeDocument/2006/relationships/tags" Target="../tags/tag282.xml"/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chart" Target="../charts/chart2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293.xml"/><Relationship Id="rId8" Type="http://schemas.openxmlformats.org/officeDocument/2006/relationships/tags" Target="../tags/tag292.xml"/><Relationship Id="rId7" Type="http://schemas.openxmlformats.org/officeDocument/2006/relationships/tags" Target="../tags/tag291.xml"/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8" Type="http://schemas.openxmlformats.org/officeDocument/2006/relationships/slideLayout" Target="../slideLayouts/slideLayout7.xml"/><Relationship Id="rId17" Type="http://schemas.openxmlformats.org/officeDocument/2006/relationships/tags" Target="../tags/tag301.xml"/><Relationship Id="rId16" Type="http://schemas.openxmlformats.org/officeDocument/2006/relationships/tags" Target="../tags/tag300.xml"/><Relationship Id="rId15" Type="http://schemas.openxmlformats.org/officeDocument/2006/relationships/tags" Target="../tags/tag299.xml"/><Relationship Id="rId14" Type="http://schemas.openxmlformats.org/officeDocument/2006/relationships/tags" Target="../tags/tag298.xml"/><Relationship Id="rId13" Type="http://schemas.openxmlformats.org/officeDocument/2006/relationships/tags" Target="../tags/tag297.xml"/><Relationship Id="rId12" Type="http://schemas.openxmlformats.org/officeDocument/2006/relationships/tags" Target="../tags/tag296.xml"/><Relationship Id="rId11" Type="http://schemas.openxmlformats.org/officeDocument/2006/relationships/tags" Target="../tags/tag295.xml"/><Relationship Id="rId10" Type="http://schemas.openxmlformats.org/officeDocument/2006/relationships/tags" Target="../tags/tag294.xml"/><Relationship Id="rId1" Type="http://schemas.openxmlformats.org/officeDocument/2006/relationships/tags" Target="../tags/tag28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14.png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302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tags" Target="../tags/tag316.xml"/><Relationship Id="rId8" Type="http://schemas.openxmlformats.org/officeDocument/2006/relationships/tags" Target="../tags/tag315.xml"/><Relationship Id="rId7" Type="http://schemas.openxmlformats.org/officeDocument/2006/relationships/tags" Target="../tags/tag314.xml"/><Relationship Id="rId6" Type="http://schemas.openxmlformats.org/officeDocument/2006/relationships/tags" Target="../tags/tag313.xml"/><Relationship Id="rId5" Type="http://schemas.openxmlformats.org/officeDocument/2006/relationships/tags" Target="../tags/tag312.xml"/><Relationship Id="rId4" Type="http://schemas.openxmlformats.org/officeDocument/2006/relationships/tags" Target="../tags/tag311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338.xml"/><Relationship Id="rId30" Type="http://schemas.openxmlformats.org/officeDocument/2006/relationships/tags" Target="../tags/tag337.xml"/><Relationship Id="rId3" Type="http://schemas.openxmlformats.org/officeDocument/2006/relationships/image" Target="../media/image26.jpeg"/><Relationship Id="rId29" Type="http://schemas.openxmlformats.org/officeDocument/2006/relationships/tags" Target="../tags/tag336.xml"/><Relationship Id="rId28" Type="http://schemas.openxmlformats.org/officeDocument/2006/relationships/tags" Target="../tags/tag335.xml"/><Relationship Id="rId27" Type="http://schemas.openxmlformats.org/officeDocument/2006/relationships/tags" Target="../tags/tag334.xml"/><Relationship Id="rId26" Type="http://schemas.openxmlformats.org/officeDocument/2006/relationships/tags" Target="../tags/tag333.xml"/><Relationship Id="rId25" Type="http://schemas.openxmlformats.org/officeDocument/2006/relationships/tags" Target="../tags/tag332.xml"/><Relationship Id="rId24" Type="http://schemas.openxmlformats.org/officeDocument/2006/relationships/tags" Target="../tags/tag331.xml"/><Relationship Id="rId23" Type="http://schemas.openxmlformats.org/officeDocument/2006/relationships/tags" Target="../tags/tag330.xml"/><Relationship Id="rId22" Type="http://schemas.openxmlformats.org/officeDocument/2006/relationships/tags" Target="../tags/tag329.xml"/><Relationship Id="rId21" Type="http://schemas.openxmlformats.org/officeDocument/2006/relationships/tags" Target="../tags/tag328.xml"/><Relationship Id="rId20" Type="http://schemas.openxmlformats.org/officeDocument/2006/relationships/tags" Target="../tags/tag327.xml"/><Relationship Id="rId2" Type="http://schemas.openxmlformats.org/officeDocument/2006/relationships/tags" Target="../tags/tag310.xml"/><Relationship Id="rId19" Type="http://schemas.openxmlformats.org/officeDocument/2006/relationships/tags" Target="../tags/tag326.xml"/><Relationship Id="rId18" Type="http://schemas.openxmlformats.org/officeDocument/2006/relationships/tags" Target="../tags/tag325.xml"/><Relationship Id="rId17" Type="http://schemas.openxmlformats.org/officeDocument/2006/relationships/tags" Target="../tags/tag324.xml"/><Relationship Id="rId16" Type="http://schemas.openxmlformats.org/officeDocument/2006/relationships/tags" Target="../tags/tag323.xml"/><Relationship Id="rId15" Type="http://schemas.openxmlformats.org/officeDocument/2006/relationships/tags" Target="../tags/tag322.xml"/><Relationship Id="rId14" Type="http://schemas.openxmlformats.org/officeDocument/2006/relationships/tags" Target="../tags/tag321.xml"/><Relationship Id="rId13" Type="http://schemas.openxmlformats.org/officeDocument/2006/relationships/tags" Target="../tags/tag320.xml"/><Relationship Id="rId12" Type="http://schemas.openxmlformats.org/officeDocument/2006/relationships/tags" Target="../tags/tag319.xml"/><Relationship Id="rId11" Type="http://schemas.openxmlformats.org/officeDocument/2006/relationships/tags" Target="../tags/tag318.xml"/><Relationship Id="rId10" Type="http://schemas.openxmlformats.org/officeDocument/2006/relationships/tags" Target="../tags/tag317.xml"/><Relationship Id="rId1" Type="http://schemas.openxmlformats.org/officeDocument/2006/relationships/tags" Target="../tags/tag309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tags" Target="../tags/tag344.xml"/><Relationship Id="rId7" Type="http://schemas.openxmlformats.org/officeDocument/2006/relationships/tags" Target="../tags/tag343.xml"/><Relationship Id="rId6" Type="http://schemas.openxmlformats.org/officeDocument/2006/relationships/tags" Target="../tags/tag342.xml"/><Relationship Id="rId5" Type="http://schemas.openxmlformats.org/officeDocument/2006/relationships/image" Target="../media/image28.svg"/><Relationship Id="rId42" Type="http://schemas.openxmlformats.org/officeDocument/2006/relationships/slideLayout" Target="../slideLayouts/slideLayout7.xml"/><Relationship Id="rId41" Type="http://schemas.openxmlformats.org/officeDocument/2006/relationships/tags" Target="../tags/tag367.xml"/><Relationship Id="rId40" Type="http://schemas.openxmlformats.org/officeDocument/2006/relationships/tags" Target="../tags/tag366.xml"/><Relationship Id="rId4" Type="http://schemas.openxmlformats.org/officeDocument/2006/relationships/image" Target="../media/image27.png"/><Relationship Id="rId39" Type="http://schemas.openxmlformats.org/officeDocument/2006/relationships/tags" Target="../tags/tag365.xml"/><Relationship Id="rId38" Type="http://schemas.openxmlformats.org/officeDocument/2006/relationships/tags" Target="../tags/tag364.xml"/><Relationship Id="rId37" Type="http://schemas.openxmlformats.org/officeDocument/2006/relationships/tags" Target="../tags/tag363.xml"/><Relationship Id="rId36" Type="http://schemas.openxmlformats.org/officeDocument/2006/relationships/tags" Target="../tags/tag362.xml"/><Relationship Id="rId35" Type="http://schemas.openxmlformats.org/officeDocument/2006/relationships/image" Target="../media/image38.svg"/><Relationship Id="rId34" Type="http://schemas.openxmlformats.org/officeDocument/2006/relationships/image" Target="../media/image37.png"/><Relationship Id="rId33" Type="http://schemas.openxmlformats.org/officeDocument/2006/relationships/tags" Target="../tags/tag361.xml"/><Relationship Id="rId32" Type="http://schemas.openxmlformats.org/officeDocument/2006/relationships/tags" Target="../tags/tag360.xml"/><Relationship Id="rId31" Type="http://schemas.openxmlformats.org/officeDocument/2006/relationships/tags" Target="../tags/tag359.xml"/><Relationship Id="rId30" Type="http://schemas.openxmlformats.org/officeDocument/2006/relationships/tags" Target="../tags/tag358.xml"/><Relationship Id="rId3" Type="http://schemas.openxmlformats.org/officeDocument/2006/relationships/tags" Target="../tags/tag341.xml"/><Relationship Id="rId29" Type="http://schemas.openxmlformats.org/officeDocument/2006/relationships/tags" Target="../tags/tag357.xml"/><Relationship Id="rId28" Type="http://schemas.openxmlformats.org/officeDocument/2006/relationships/image" Target="../media/image36.svg"/><Relationship Id="rId27" Type="http://schemas.openxmlformats.org/officeDocument/2006/relationships/image" Target="../media/image35.png"/><Relationship Id="rId26" Type="http://schemas.openxmlformats.org/officeDocument/2006/relationships/tags" Target="../tags/tag356.xml"/><Relationship Id="rId25" Type="http://schemas.openxmlformats.org/officeDocument/2006/relationships/tags" Target="../tags/tag355.xml"/><Relationship Id="rId24" Type="http://schemas.openxmlformats.org/officeDocument/2006/relationships/tags" Target="../tags/tag354.xml"/><Relationship Id="rId23" Type="http://schemas.openxmlformats.org/officeDocument/2006/relationships/tags" Target="../tags/tag353.xml"/><Relationship Id="rId22" Type="http://schemas.openxmlformats.org/officeDocument/2006/relationships/tags" Target="../tags/tag352.xml"/><Relationship Id="rId21" Type="http://schemas.openxmlformats.org/officeDocument/2006/relationships/image" Target="../media/image34.svg"/><Relationship Id="rId20" Type="http://schemas.openxmlformats.org/officeDocument/2006/relationships/image" Target="../media/image33.png"/><Relationship Id="rId2" Type="http://schemas.openxmlformats.org/officeDocument/2006/relationships/tags" Target="../tags/tag340.xml"/><Relationship Id="rId19" Type="http://schemas.openxmlformats.org/officeDocument/2006/relationships/tags" Target="../tags/tag351.xml"/><Relationship Id="rId18" Type="http://schemas.openxmlformats.org/officeDocument/2006/relationships/tags" Target="../tags/tag350.xml"/><Relationship Id="rId17" Type="http://schemas.openxmlformats.org/officeDocument/2006/relationships/tags" Target="../tags/tag349.xml"/><Relationship Id="rId16" Type="http://schemas.openxmlformats.org/officeDocument/2006/relationships/tags" Target="../tags/tag348.xml"/><Relationship Id="rId15" Type="http://schemas.openxmlformats.org/officeDocument/2006/relationships/tags" Target="../tags/tag347.xml"/><Relationship Id="rId14" Type="http://schemas.openxmlformats.org/officeDocument/2006/relationships/image" Target="../media/image32.svg"/><Relationship Id="rId13" Type="http://schemas.openxmlformats.org/officeDocument/2006/relationships/image" Target="../media/image31.png"/><Relationship Id="rId12" Type="http://schemas.openxmlformats.org/officeDocument/2006/relationships/tags" Target="../tags/tag346.xml"/><Relationship Id="rId11" Type="http://schemas.openxmlformats.org/officeDocument/2006/relationships/tags" Target="../tags/tag345.xml"/><Relationship Id="rId10" Type="http://schemas.openxmlformats.org/officeDocument/2006/relationships/image" Target="../media/image30.svg"/><Relationship Id="rId1" Type="http://schemas.openxmlformats.org/officeDocument/2006/relationships/tags" Target="../tags/tag339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374.xml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tags" Target="../tags/tag373.xml"/><Relationship Id="rId5" Type="http://schemas.openxmlformats.org/officeDocument/2006/relationships/tags" Target="../tags/tag372.xml"/><Relationship Id="rId41" Type="http://schemas.openxmlformats.org/officeDocument/2006/relationships/slideLayout" Target="../slideLayouts/slideLayout7.xml"/><Relationship Id="rId40" Type="http://schemas.openxmlformats.org/officeDocument/2006/relationships/tags" Target="../tags/tag397.xml"/><Relationship Id="rId4" Type="http://schemas.openxmlformats.org/officeDocument/2006/relationships/tags" Target="../tags/tag371.xml"/><Relationship Id="rId39" Type="http://schemas.openxmlformats.org/officeDocument/2006/relationships/tags" Target="../tags/tag396.xml"/><Relationship Id="rId38" Type="http://schemas.openxmlformats.org/officeDocument/2006/relationships/tags" Target="../tags/tag395.xml"/><Relationship Id="rId37" Type="http://schemas.openxmlformats.org/officeDocument/2006/relationships/tags" Target="../tags/tag394.xml"/><Relationship Id="rId36" Type="http://schemas.openxmlformats.org/officeDocument/2006/relationships/image" Target="../media/image48.svg"/><Relationship Id="rId35" Type="http://schemas.openxmlformats.org/officeDocument/2006/relationships/image" Target="../media/image47.png"/><Relationship Id="rId34" Type="http://schemas.openxmlformats.org/officeDocument/2006/relationships/tags" Target="../tags/tag393.xml"/><Relationship Id="rId33" Type="http://schemas.openxmlformats.org/officeDocument/2006/relationships/tags" Target="../tags/tag392.xml"/><Relationship Id="rId32" Type="http://schemas.openxmlformats.org/officeDocument/2006/relationships/tags" Target="../tags/tag391.xml"/><Relationship Id="rId31" Type="http://schemas.openxmlformats.org/officeDocument/2006/relationships/tags" Target="../tags/tag390.xml"/><Relationship Id="rId30" Type="http://schemas.openxmlformats.org/officeDocument/2006/relationships/tags" Target="../tags/tag389.xml"/><Relationship Id="rId3" Type="http://schemas.openxmlformats.org/officeDocument/2006/relationships/tags" Target="../tags/tag370.xml"/><Relationship Id="rId29" Type="http://schemas.openxmlformats.org/officeDocument/2006/relationships/image" Target="../media/image46.svg"/><Relationship Id="rId28" Type="http://schemas.openxmlformats.org/officeDocument/2006/relationships/image" Target="../media/image45.png"/><Relationship Id="rId27" Type="http://schemas.openxmlformats.org/officeDocument/2006/relationships/tags" Target="../tags/tag388.xml"/><Relationship Id="rId26" Type="http://schemas.openxmlformats.org/officeDocument/2006/relationships/tags" Target="../tags/tag387.xml"/><Relationship Id="rId25" Type="http://schemas.openxmlformats.org/officeDocument/2006/relationships/tags" Target="../tags/tag386.xml"/><Relationship Id="rId24" Type="http://schemas.openxmlformats.org/officeDocument/2006/relationships/tags" Target="../tags/tag385.xml"/><Relationship Id="rId23" Type="http://schemas.openxmlformats.org/officeDocument/2006/relationships/tags" Target="../tags/tag384.xml"/><Relationship Id="rId22" Type="http://schemas.openxmlformats.org/officeDocument/2006/relationships/image" Target="../media/image44.svg"/><Relationship Id="rId21" Type="http://schemas.openxmlformats.org/officeDocument/2006/relationships/image" Target="../media/image43.png"/><Relationship Id="rId20" Type="http://schemas.openxmlformats.org/officeDocument/2006/relationships/tags" Target="../tags/tag383.xml"/><Relationship Id="rId2" Type="http://schemas.openxmlformats.org/officeDocument/2006/relationships/tags" Target="../tags/tag369.xml"/><Relationship Id="rId19" Type="http://schemas.openxmlformats.org/officeDocument/2006/relationships/tags" Target="../tags/tag382.xml"/><Relationship Id="rId18" Type="http://schemas.openxmlformats.org/officeDocument/2006/relationships/tags" Target="../tags/tag381.xml"/><Relationship Id="rId17" Type="http://schemas.openxmlformats.org/officeDocument/2006/relationships/tags" Target="../tags/tag380.xml"/><Relationship Id="rId16" Type="http://schemas.openxmlformats.org/officeDocument/2006/relationships/tags" Target="../tags/tag379.xml"/><Relationship Id="rId15" Type="http://schemas.openxmlformats.org/officeDocument/2006/relationships/image" Target="../media/image42.svg"/><Relationship Id="rId14" Type="http://schemas.openxmlformats.org/officeDocument/2006/relationships/image" Target="../media/image41.png"/><Relationship Id="rId13" Type="http://schemas.openxmlformats.org/officeDocument/2006/relationships/tags" Target="../tags/tag378.xml"/><Relationship Id="rId12" Type="http://schemas.openxmlformats.org/officeDocument/2006/relationships/tags" Target="../tags/tag377.xml"/><Relationship Id="rId11" Type="http://schemas.openxmlformats.org/officeDocument/2006/relationships/tags" Target="../tags/tag376.xml"/><Relationship Id="rId10" Type="http://schemas.openxmlformats.org/officeDocument/2006/relationships/tags" Target="../tags/tag375.xml"/><Relationship Id="rId1" Type="http://schemas.openxmlformats.org/officeDocument/2006/relationships/tags" Target="../tags/tag368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406.xml"/><Relationship Id="rId8" Type="http://schemas.openxmlformats.org/officeDocument/2006/relationships/tags" Target="../tags/tag405.xml"/><Relationship Id="rId7" Type="http://schemas.openxmlformats.org/officeDocument/2006/relationships/tags" Target="../tags/tag404.xml"/><Relationship Id="rId6" Type="http://schemas.openxmlformats.org/officeDocument/2006/relationships/tags" Target="../tags/tag403.xml"/><Relationship Id="rId5" Type="http://schemas.openxmlformats.org/officeDocument/2006/relationships/tags" Target="../tags/tag402.xml"/><Relationship Id="rId4" Type="http://schemas.openxmlformats.org/officeDocument/2006/relationships/tags" Target="../tags/tag401.xml"/><Relationship Id="rId3" Type="http://schemas.openxmlformats.org/officeDocument/2006/relationships/tags" Target="../tags/tag400.xml"/><Relationship Id="rId28" Type="http://schemas.openxmlformats.org/officeDocument/2006/relationships/slideLayout" Target="../slideLayouts/slideLayout7.xml"/><Relationship Id="rId27" Type="http://schemas.openxmlformats.org/officeDocument/2006/relationships/tags" Target="../tags/tag424.xml"/><Relationship Id="rId26" Type="http://schemas.openxmlformats.org/officeDocument/2006/relationships/tags" Target="../tags/tag423.xml"/><Relationship Id="rId25" Type="http://schemas.openxmlformats.org/officeDocument/2006/relationships/tags" Target="../tags/tag422.xml"/><Relationship Id="rId24" Type="http://schemas.openxmlformats.org/officeDocument/2006/relationships/tags" Target="../tags/tag421.xml"/><Relationship Id="rId23" Type="http://schemas.openxmlformats.org/officeDocument/2006/relationships/tags" Target="../tags/tag420.xml"/><Relationship Id="rId22" Type="http://schemas.openxmlformats.org/officeDocument/2006/relationships/tags" Target="../tags/tag419.xml"/><Relationship Id="rId21" Type="http://schemas.openxmlformats.org/officeDocument/2006/relationships/tags" Target="../tags/tag418.xml"/><Relationship Id="rId20" Type="http://schemas.openxmlformats.org/officeDocument/2006/relationships/tags" Target="../tags/tag417.xml"/><Relationship Id="rId2" Type="http://schemas.openxmlformats.org/officeDocument/2006/relationships/tags" Target="../tags/tag399.xml"/><Relationship Id="rId19" Type="http://schemas.openxmlformats.org/officeDocument/2006/relationships/tags" Target="../tags/tag416.xml"/><Relationship Id="rId18" Type="http://schemas.openxmlformats.org/officeDocument/2006/relationships/tags" Target="../tags/tag415.xml"/><Relationship Id="rId17" Type="http://schemas.openxmlformats.org/officeDocument/2006/relationships/tags" Target="../tags/tag414.xml"/><Relationship Id="rId16" Type="http://schemas.openxmlformats.org/officeDocument/2006/relationships/tags" Target="../tags/tag413.xml"/><Relationship Id="rId15" Type="http://schemas.openxmlformats.org/officeDocument/2006/relationships/tags" Target="../tags/tag412.xml"/><Relationship Id="rId14" Type="http://schemas.openxmlformats.org/officeDocument/2006/relationships/tags" Target="../tags/tag411.xml"/><Relationship Id="rId13" Type="http://schemas.openxmlformats.org/officeDocument/2006/relationships/tags" Target="../tags/tag410.xml"/><Relationship Id="rId12" Type="http://schemas.openxmlformats.org/officeDocument/2006/relationships/tags" Target="../tags/tag409.xml"/><Relationship Id="rId11" Type="http://schemas.openxmlformats.org/officeDocument/2006/relationships/tags" Target="../tags/tag408.xml"/><Relationship Id="rId10" Type="http://schemas.openxmlformats.org/officeDocument/2006/relationships/tags" Target="../tags/tag407.xml"/><Relationship Id="rId1" Type="http://schemas.openxmlformats.org/officeDocument/2006/relationships/tags" Target="../tags/tag39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svg"/><Relationship Id="rId8" Type="http://schemas.openxmlformats.org/officeDocument/2006/relationships/image" Target="../media/image14.png"/><Relationship Id="rId7" Type="http://schemas.openxmlformats.org/officeDocument/2006/relationships/tags" Target="../tags/tag431.xml"/><Relationship Id="rId6" Type="http://schemas.openxmlformats.org/officeDocument/2006/relationships/tags" Target="../tags/tag430.xml"/><Relationship Id="rId5" Type="http://schemas.openxmlformats.org/officeDocument/2006/relationships/tags" Target="../tags/tag429.xml"/><Relationship Id="rId4" Type="http://schemas.openxmlformats.org/officeDocument/2006/relationships/tags" Target="../tags/tag428.xml"/><Relationship Id="rId3" Type="http://schemas.openxmlformats.org/officeDocument/2006/relationships/tags" Target="../tags/tag427.xml"/><Relationship Id="rId2" Type="http://schemas.openxmlformats.org/officeDocument/2006/relationships/tags" Target="../tags/tag426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425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tags" Target="../tags/tag439.xml"/><Relationship Id="rId8" Type="http://schemas.openxmlformats.org/officeDocument/2006/relationships/tags" Target="../tags/tag438.xml"/><Relationship Id="rId7" Type="http://schemas.openxmlformats.org/officeDocument/2006/relationships/tags" Target="../tags/tag437.xml"/><Relationship Id="rId6" Type="http://schemas.openxmlformats.org/officeDocument/2006/relationships/tags" Target="../tags/tag436.xml"/><Relationship Id="rId5" Type="http://schemas.openxmlformats.org/officeDocument/2006/relationships/tags" Target="../tags/tag435.xml"/><Relationship Id="rId4" Type="http://schemas.openxmlformats.org/officeDocument/2006/relationships/tags" Target="../tags/tag434.xml"/><Relationship Id="rId34" Type="http://schemas.openxmlformats.org/officeDocument/2006/relationships/slideLayout" Target="../slideLayouts/slideLayout7.xml"/><Relationship Id="rId33" Type="http://schemas.openxmlformats.org/officeDocument/2006/relationships/tags" Target="../tags/tag463.xml"/><Relationship Id="rId32" Type="http://schemas.openxmlformats.org/officeDocument/2006/relationships/tags" Target="../tags/tag462.xml"/><Relationship Id="rId31" Type="http://schemas.openxmlformats.org/officeDocument/2006/relationships/tags" Target="../tags/tag461.xml"/><Relationship Id="rId30" Type="http://schemas.openxmlformats.org/officeDocument/2006/relationships/tags" Target="../tags/tag460.xml"/><Relationship Id="rId3" Type="http://schemas.openxmlformats.org/officeDocument/2006/relationships/image" Target="../media/image49.jpeg"/><Relationship Id="rId29" Type="http://schemas.openxmlformats.org/officeDocument/2006/relationships/tags" Target="../tags/tag459.xml"/><Relationship Id="rId28" Type="http://schemas.openxmlformats.org/officeDocument/2006/relationships/tags" Target="../tags/tag458.xml"/><Relationship Id="rId27" Type="http://schemas.openxmlformats.org/officeDocument/2006/relationships/tags" Target="../tags/tag457.xml"/><Relationship Id="rId26" Type="http://schemas.openxmlformats.org/officeDocument/2006/relationships/tags" Target="../tags/tag456.xml"/><Relationship Id="rId25" Type="http://schemas.openxmlformats.org/officeDocument/2006/relationships/tags" Target="../tags/tag455.xml"/><Relationship Id="rId24" Type="http://schemas.openxmlformats.org/officeDocument/2006/relationships/tags" Target="../tags/tag454.xml"/><Relationship Id="rId23" Type="http://schemas.openxmlformats.org/officeDocument/2006/relationships/tags" Target="../tags/tag453.xml"/><Relationship Id="rId22" Type="http://schemas.openxmlformats.org/officeDocument/2006/relationships/tags" Target="../tags/tag452.xml"/><Relationship Id="rId21" Type="http://schemas.openxmlformats.org/officeDocument/2006/relationships/tags" Target="../tags/tag451.xml"/><Relationship Id="rId20" Type="http://schemas.openxmlformats.org/officeDocument/2006/relationships/tags" Target="../tags/tag450.xml"/><Relationship Id="rId2" Type="http://schemas.openxmlformats.org/officeDocument/2006/relationships/tags" Target="../tags/tag433.xml"/><Relationship Id="rId19" Type="http://schemas.openxmlformats.org/officeDocument/2006/relationships/tags" Target="../tags/tag449.xml"/><Relationship Id="rId18" Type="http://schemas.openxmlformats.org/officeDocument/2006/relationships/tags" Target="../tags/tag448.xml"/><Relationship Id="rId17" Type="http://schemas.openxmlformats.org/officeDocument/2006/relationships/tags" Target="../tags/tag447.xml"/><Relationship Id="rId16" Type="http://schemas.openxmlformats.org/officeDocument/2006/relationships/tags" Target="../tags/tag446.xml"/><Relationship Id="rId15" Type="http://schemas.openxmlformats.org/officeDocument/2006/relationships/tags" Target="../tags/tag445.xml"/><Relationship Id="rId14" Type="http://schemas.openxmlformats.org/officeDocument/2006/relationships/tags" Target="../tags/tag444.xml"/><Relationship Id="rId13" Type="http://schemas.openxmlformats.org/officeDocument/2006/relationships/tags" Target="../tags/tag443.xml"/><Relationship Id="rId12" Type="http://schemas.openxmlformats.org/officeDocument/2006/relationships/tags" Target="../tags/tag442.xml"/><Relationship Id="rId11" Type="http://schemas.openxmlformats.org/officeDocument/2006/relationships/tags" Target="../tags/tag441.xml"/><Relationship Id="rId10" Type="http://schemas.openxmlformats.org/officeDocument/2006/relationships/tags" Target="../tags/tag440.xml"/><Relationship Id="rId1" Type="http://schemas.openxmlformats.org/officeDocument/2006/relationships/tags" Target="../tags/tag432.xml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1.svg"/><Relationship Id="rId8" Type="http://schemas.openxmlformats.org/officeDocument/2006/relationships/image" Target="../media/image50.png"/><Relationship Id="rId7" Type="http://schemas.openxmlformats.org/officeDocument/2006/relationships/tags" Target="../tags/tag470.xml"/><Relationship Id="rId6" Type="http://schemas.openxmlformats.org/officeDocument/2006/relationships/tags" Target="../tags/tag469.xml"/><Relationship Id="rId5" Type="http://schemas.openxmlformats.org/officeDocument/2006/relationships/tags" Target="../tags/tag468.xml"/><Relationship Id="rId48" Type="http://schemas.openxmlformats.org/officeDocument/2006/relationships/slideLayout" Target="../slideLayouts/slideLayout7.xml"/><Relationship Id="rId47" Type="http://schemas.openxmlformats.org/officeDocument/2006/relationships/tags" Target="../tags/tag494.xml"/><Relationship Id="rId46" Type="http://schemas.openxmlformats.org/officeDocument/2006/relationships/image" Target="../media/image42.svg"/><Relationship Id="rId45" Type="http://schemas.openxmlformats.org/officeDocument/2006/relationships/image" Target="../media/image41.png"/><Relationship Id="rId44" Type="http://schemas.openxmlformats.org/officeDocument/2006/relationships/tags" Target="../tags/tag493.xml"/><Relationship Id="rId43" Type="http://schemas.openxmlformats.org/officeDocument/2006/relationships/tags" Target="../tags/tag492.xml"/><Relationship Id="rId42" Type="http://schemas.openxmlformats.org/officeDocument/2006/relationships/tags" Target="../tags/tag491.xml"/><Relationship Id="rId41" Type="http://schemas.openxmlformats.org/officeDocument/2006/relationships/image" Target="../media/image23.svg"/><Relationship Id="rId40" Type="http://schemas.openxmlformats.org/officeDocument/2006/relationships/image" Target="../media/image22.png"/><Relationship Id="rId4" Type="http://schemas.openxmlformats.org/officeDocument/2006/relationships/tags" Target="../tags/tag467.xml"/><Relationship Id="rId39" Type="http://schemas.openxmlformats.org/officeDocument/2006/relationships/tags" Target="../tags/tag490.xml"/><Relationship Id="rId38" Type="http://schemas.openxmlformats.org/officeDocument/2006/relationships/tags" Target="../tags/tag489.xml"/><Relationship Id="rId37" Type="http://schemas.openxmlformats.org/officeDocument/2006/relationships/tags" Target="../tags/tag488.xml"/><Relationship Id="rId36" Type="http://schemas.openxmlformats.org/officeDocument/2006/relationships/image" Target="../media/image19.svg"/><Relationship Id="rId35" Type="http://schemas.openxmlformats.org/officeDocument/2006/relationships/image" Target="../media/image18.png"/><Relationship Id="rId34" Type="http://schemas.openxmlformats.org/officeDocument/2006/relationships/tags" Target="../tags/tag487.xml"/><Relationship Id="rId33" Type="http://schemas.openxmlformats.org/officeDocument/2006/relationships/tags" Target="../tags/tag486.xml"/><Relationship Id="rId32" Type="http://schemas.openxmlformats.org/officeDocument/2006/relationships/tags" Target="../tags/tag485.xml"/><Relationship Id="rId31" Type="http://schemas.openxmlformats.org/officeDocument/2006/relationships/image" Target="../media/image57.svg"/><Relationship Id="rId30" Type="http://schemas.openxmlformats.org/officeDocument/2006/relationships/image" Target="../media/image56.png"/><Relationship Id="rId3" Type="http://schemas.openxmlformats.org/officeDocument/2006/relationships/tags" Target="../tags/tag466.xml"/><Relationship Id="rId29" Type="http://schemas.openxmlformats.org/officeDocument/2006/relationships/tags" Target="../tags/tag484.xml"/><Relationship Id="rId28" Type="http://schemas.openxmlformats.org/officeDocument/2006/relationships/tags" Target="../tags/tag483.xml"/><Relationship Id="rId27" Type="http://schemas.openxmlformats.org/officeDocument/2006/relationships/tags" Target="../tags/tag482.xml"/><Relationship Id="rId26" Type="http://schemas.openxmlformats.org/officeDocument/2006/relationships/tags" Target="../tags/tag481.xml"/><Relationship Id="rId25" Type="http://schemas.openxmlformats.org/officeDocument/2006/relationships/tags" Target="../tags/tag480.xml"/><Relationship Id="rId24" Type="http://schemas.openxmlformats.org/officeDocument/2006/relationships/image" Target="../media/image55.svg"/><Relationship Id="rId23" Type="http://schemas.openxmlformats.org/officeDocument/2006/relationships/image" Target="../media/image54.png"/><Relationship Id="rId22" Type="http://schemas.openxmlformats.org/officeDocument/2006/relationships/tags" Target="../tags/tag479.xml"/><Relationship Id="rId21" Type="http://schemas.openxmlformats.org/officeDocument/2006/relationships/tags" Target="../tags/tag478.xml"/><Relationship Id="rId20" Type="http://schemas.openxmlformats.org/officeDocument/2006/relationships/tags" Target="../tags/tag477.xml"/><Relationship Id="rId2" Type="http://schemas.openxmlformats.org/officeDocument/2006/relationships/tags" Target="../tags/tag465.xml"/><Relationship Id="rId19" Type="http://schemas.openxmlformats.org/officeDocument/2006/relationships/image" Target="../media/image53.svg"/><Relationship Id="rId18" Type="http://schemas.openxmlformats.org/officeDocument/2006/relationships/image" Target="../media/image52.png"/><Relationship Id="rId17" Type="http://schemas.openxmlformats.org/officeDocument/2006/relationships/tags" Target="../tags/tag476.xml"/><Relationship Id="rId16" Type="http://schemas.openxmlformats.org/officeDocument/2006/relationships/tags" Target="../tags/tag475.xml"/><Relationship Id="rId15" Type="http://schemas.openxmlformats.org/officeDocument/2006/relationships/tags" Target="../tags/tag474.xml"/><Relationship Id="rId14" Type="http://schemas.openxmlformats.org/officeDocument/2006/relationships/image" Target="../media/image40.svg"/><Relationship Id="rId13" Type="http://schemas.openxmlformats.org/officeDocument/2006/relationships/image" Target="../media/image39.png"/><Relationship Id="rId12" Type="http://schemas.openxmlformats.org/officeDocument/2006/relationships/tags" Target="../tags/tag473.xml"/><Relationship Id="rId11" Type="http://schemas.openxmlformats.org/officeDocument/2006/relationships/tags" Target="../tags/tag472.xml"/><Relationship Id="rId10" Type="http://schemas.openxmlformats.org/officeDocument/2006/relationships/tags" Target="../tags/tag471.xml"/><Relationship Id="rId1" Type="http://schemas.openxmlformats.org/officeDocument/2006/relationships/tags" Target="../tags/tag464.xml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tags" Target="../tags/tag501.xml"/><Relationship Id="rId8" Type="http://schemas.openxmlformats.org/officeDocument/2006/relationships/image" Target="../media/image59.svg"/><Relationship Id="rId7" Type="http://schemas.openxmlformats.org/officeDocument/2006/relationships/image" Target="../media/image58.png"/><Relationship Id="rId6" Type="http://schemas.openxmlformats.org/officeDocument/2006/relationships/tags" Target="../tags/tag500.xml"/><Relationship Id="rId5" Type="http://schemas.openxmlformats.org/officeDocument/2006/relationships/tags" Target="../tags/tag499.xml"/><Relationship Id="rId4" Type="http://schemas.openxmlformats.org/officeDocument/2006/relationships/tags" Target="../tags/tag498.xml"/><Relationship Id="rId32" Type="http://schemas.openxmlformats.org/officeDocument/2006/relationships/slideLayout" Target="../slideLayouts/slideLayout7.xml"/><Relationship Id="rId31" Type="http://schemas.openxmlformats.org/officeDocument/2006/relationships/tags" Target="../tags/tag517.xml"/><Relationship Id="rId30" Type="http://schemas.openxmlformats.org/officeDocument/2006/relationships/tags" Target="../tags/tag516.xml"/><Relationship Id="rId3" Type="http://schemas.openxmlformats.org/officeDocument/2006/relationships/tags" Target="../tags/tag497.xml"/><Relationship Id="rId29" Type="http://schemas.openxmlformats.org/officeDocument/2006/relationships/image" Target="../media/image65.svg"/><Relationship Id="rId28" Type="http://schemas.openxmlformats.org/officeDocument/2006/relationships/image" Target="../media/image64.png"/><Relationship Id="rId27" Type="http://schemas.openxmlformats.org/officeDocument/2006/relationships/tags" Target="../tags/tag515.xml"/><Relationship Id="rId26" Type="http://schemas.openxmlformats.org/officeDocument/2006/relationships/tags" Target="../tags/tag514.xml"/><Relationship Id="rId25" Type="http://schemas.openxmlformats.org/officeDocument/2006/relationships/tags" Target="../tags/tag513.xml"/><Relationship Id="rId24" Type="http://schemas.openxmlformats.org/officeDocument/2006/relationships/tags" Target="../tags/tag512.xml"/><Relationship Id="rId23" Type="http://schemas.openxmlformats.org/officeDocument/2006/relationships/tags" Target="../tags/tag511.xml"/><Relationship Id="rId22" Type="http://schemas.openxmlformats.org/officeDocument/2006/relationships/image" Target="../media/image63.svg"/><Relationship Id="rId21" Type="http://schemas.openxmlformats.org/officeDocument/2006/relationships/image" Target="../media/image62.png"/><Relationship Id="rId20" Type="http://schemas.openxmlformats.org/officeDocument/2006/relationships/tags" Target="../tags/tag510.xml"/><Relationship Id="rId2" Type="http://schemas.openxmlformats.org/officeDocument/2006/relationships/tags" Target="../tags/tag496.xml"/><Relationship Id="rId19" Type="http://schemas.openxmlformats.org/officeDocument/2006/relationships/tags" Target="../tags/tag509.xml"/><Relationship Id="rId18" Type="http://schemas.openxmlformats.org/officeDocument/2006/relationships/tags" Target="../tags/tag508.xml"/><Relationship Id="rId17" Type="http://schemas.openxmlformats.org/officeDocument/2006/relationships/tags" Target="../tags/tag507.xml"/><Relationship Id="rId16" Type="http://schemas.openxmlformats.org/officeDocument/2006/relationships/tags" Target="../tags/tag506.xml"/><Relationship Id="rId15" Type="http://schemas.openxmlformats.org/officeDocument/2006/relationships/image" Target="../media/image61.svg"/><Relationship Id="rId14" Type="http://schemas.openxmlformats.org/officeDocument/2006/relationships/image" Target="../media/image60.png"/><Relationship Id="rId13" Type="http://schemas.openxmlformats.org/officeDocument/2006/relationships/tags" Target="../tags/tag505.xml"/><Relationship Id="rId12" Type="http://schemas.openxmlformats.org/officeDocument/2006/relationships/tags" Target="../tags/tag504.xml"/><Relationship Id="rId11" Type="http://schemas.openxmlformats.org/officeDocument/2006/relationships/tags" Target="../tags/tag503.xml"/><Relationship Id="rId10" Type="http://schemas.openxmlformats.org/officeDocument/2006/relationships/tags" Target="../tags/tag502.xml"/><Relationship Id="rId1" Type="http://schemas.openxmlformats.org/officeDocument/2006/relationships/tags" Target="../tags/tag495.xml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524.xml"/><Relationship Id="rId8" Type="http://schemas.openxmlformats.org/officeDocument/2006/relationships/image" Target="../media/image67.svg"/><Relationship Id="rId7" Type="http://schemas.openxmlformats.org/officeDocument/2006/relationships/image" Target="../media/image66.png"/><Relationship Id="rId6" Type="http://schemas.openxmlformats.org/officeDocument/2006/relationships/tags" Target="../tags/tag523.xml"/><Relationship Id="rId5" Type="http://schemas.openxmlformats.org/officeDocument/2006/relationships/tags" Target="../tags/tag522.xml"/><Relationship Id="rId4" Type="http://schemas.openxmlformats.org/officeDocument/2006/relationships/tags" Target="../tags/tag521.xml"/><Relationship Id="rId3" Type="http://schemas.openxmlformats.org/officeDocument/2006/relationships/tags" Target="../tags/tag520.xml"/><Relationship Id="rId25" Type="http://schemas.openxmlformats.org/officeDocument/2006/relationships/slideLayout" Target="../slideLayouts/slideLayout7.xml"/><Relationship Id="rId24" Type="http://schemas.openxmlformats.org/officeDocument/2006/relationships/tags" Target="../tags/tag535.xml"/><Relationship Id="rId23" Type="http://schemas.openxmlformats.org/officeDocument/2006/relationships/tags" Target="../tags/tag534.xml"/><Relationship Id="rId22" Type="http://schemas.openxmlformats.org/officeDocument/2006/relationships/image" Target="../media/image23.svg"/><Relationship Id="rId21" Type="http://schemas.openxmlformats.org/officeDocument/2006/relationships/image" Target="../media/image22.png"/><Relationship Id="rId20" Type="http://schemas.openxmlformats.org/officeDocument/2006/relationships/tags" Target="../tags/tag533.xml"/><Relationship Id="rId2" Type="http://schemas.openxmlformats.org/officeDocument/2006/relationships/tags" Target="../tags/tag519.xml"/><Relationship Id="rId19" Type="http://schemas.openxmlformats.org/officeDocument/2006/relationships/tags" Target="../tags/tag532.xml"/><Relationship Id="rId18" Type="http://schemas.openxmlformats.org/officeDocument/2006/relationships/tags" Target="../tags/tag531.xml"/><Relationship Id="rId17" Type="http://schemas.openxmlformats.org/officeDocument/2006/relationships/tags" Target="../tags/tag530.xml"/><Relationship Id="rId16" Type="http://schemas.openxmlformats.org/officeDocument/2006/relationships/tags" Target="../tags/tag529.xml"/><Relationship Id="rId15" Type="http://schemas.openxmlformats.org/officeDocument/2006/relationships/image" Target="../media/image69.svg"/><Relationship Id="rId14" Type="http://schemas.openxmlformats.org/officeDocument/2006/relationships/image" Target="../media/image68.png"/><Relationship Id="rId13" Type="http://schemas.openxmlformats.org/officeDocument/2006/relationships/tags" Target="../tags/tag528.xml"/><Relationship Id="rId12" Type="http://schemas.openxmlformats.org/officeDocument/2006/relationships/tags" Target="../tags/tag527.xml"/><Relationship Id="rId11" Type="http://schemas.openxmlformats.org/officeDocument/2006/relationships/tags" Target="../tags/tag526.xml"/><Relationship Id="rId10" Type="http://schemas.openxmlformats.org/officeDocument/2006/relationships/tags" Target="../tags/tag525.xml"/><Relationship Id="rId1" Type="http://schemas.openxmlformats.org/officeDocument/2006/relationships/tags" Target="../tags/tag518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svg"/><Relationship Id="rId8" Type="http://schemas.openxmlformats.org/officeDocument/2006/relationships/image" Target="../media/image70.png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536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svg"/><Relationship Id="rId8" Type="http://schemas.openxmlformats.org/officeDocument/2006/relationships/image" Target="../media/image70.png"/><Relationship Id="rId7" Type="http://schemas.openxmlformats.org/officeDocument/2006/relationships/tags" Target="../tags/tag549.xml"/><Relationship Id="rId6" Type="http://schemas.openxmlformats.org/officeDocument/2006/relationships/tags" Target="../tags/tag548.xml"/><Relationship Id="rId5" Type="http://schemas.openxmlformats.org/officeDocument/2006/relationships/tags" Target="../tags/tag547.xml"/><Relationship Id="rId4" Type="http://schemas.openxmlformats.org/officeDocument/2006/relationships/tags" Target="../tags/tag546.xml"/><Relationship Id="rId3" Type="http://schemas.openxmlformats.org/officeDocument/2006/relationships/tags" Target="../tags/tag545.xml"/><Relationship Id="rId2" Type="http://schemas.openxmlformats.org/officeDocument/2006/relationships/tags" Target="../tags/tag544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54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1.svg"/><Relationship Id="rId8" Type="http://schemas.openxmlformats.org/officeDocument/2006/relationships/image" Target="../media/image70.png"/><Relationship Id="rId7" Type="http://schemas.openxmlformats.org/officeDocument/2006/relationships/tags" Target="../tags/tag556.xml"/><Relationship Id="rId6" Type="http://schemas.openxmlformats.org/officeDocument/2006/relationships/tags" Target="../tags/tag555.xml"/><Relationship Id="rId5" Type="http://schemas.openxmlformats.org/officeDocument/2006/relationships/tags" Target="../tags/tag554.xml"/><Relationship Id="rId4" Type="http://schemas.openxmlformats.org/officeDocument/2006/relationships/tags" Target="../tags/tag553.xml"/><Relationship Id="rId3" Type="http://schemas.openxmlformats.org/officeDocument/2006/relationships/tags" Target="../tags/tag552.xml"/><Relationship Id="rId2" Type="http://schemas.openxmlformats.org/officeDocument/2006/relationships/tags" Target="../tags/tag551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550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14.png"/><Relationship Id="rId7" Type="http://schemas.openxmlformats.org/officeDocument/2006/relationships/tags" Target="../tags/tag563.xml"/><Relationship Id="rId6" Type="http://schemas.openxmlformats.org/officeDocument/2006/relationships/tags" Target="../tags/tag562.xml"/><Relationship Id="rId5" Type="http://schemas.openxmlformats.org/officeDocument/2006/relationships/tags" Target="../tags/tag561.xml"/><Relationship Id="rId4" Type="http://schemas.openxmlformats.org/officeDocument/2006/relationships/tags" Target="../tags/tag560.xml"/><Relationship Id="rId3" Type="http://schemas.openxmlformats.org/officeDocument/2006/relationships/tags" Target="../tags/tag559.xml"/><Relationship Id="rId2" Type="http://schemas.openxmlformats.org/officeDocument/2006/relationships/tags" Target="../tags/tag558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55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1522076"/>
            <a:ext cx="5791276" cy="159734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8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高一军训总结：</a:t>
            </a:r>
            <a:endParaRPr sz="48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  <a:p>
            <a:pPr algn="l">
              <a:lnSpc>
                <a:spcPct val="104000"/>
              </a:lnSpc>
            </a:pPr>
            <a:r>
              <a:rPr sz="48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迷彩青春，淬火成钢</a:t>
            </a:r>
            <a:endParaRPr sz="48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666750" y="3671869"/>
            <a:ext cx="6038850" cy="5267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2400" spc="144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团结</a:t>
            </a:r>
            <a:r>
              <a:rPr lang="en-US" altLang="zh-CN" sz="2400" spc="144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·</a:t>
            </a:r>
            <a:r>
              <a:rPr lang="zh-CN" altLang="en-US" sz="2400" spc="144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坚韧</a:t>
            </a:r>
            <a:r>
              <a:rPr lang="en-US" altLang="zh-CN" sz="2400" spc="144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·</a:t>
            </a:r>
            <a:r>
              <a:rPr lang="zh-CN" altLang="en-US" sz="2400" spc="144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力量</a:t>
            </a:r>
            <a:endParaRPr lang="zh-CN" altLang="en-US" sz="2400" spc="144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3"/>
            </p:custDataLst>
          </p:nvPr>
        </p:nvSpPr>
        <p:spPr>
          <a:xfrm>
            <a:off x="671195" y="4453255"/>
            <a:ext cx="1436370" cy="323850"/>
          </a:xfrm>
          <a:custGeom>
            <a:avLst/>
            <a:gdLst>
              <a:gd name="sw" fmla="*/ 1 w 2261"/>
              <a:gd name="sh" fmla="*/ 1 h 510"/>
              <a:gd name="mins" fmla="min sw sh"/>
              <a:gd name="dsw" fmla="+- 0 sw mins"/>
              <a:gd name="dsh" fmla="+- 0 sh mins"/>
              <a:gd name="p0x0" fmla="*/ 255 w 2261"/>
              <a:gd name="p0y0" fmla="*/ 0 h 510"/>
              <a:gd name="p0x1" fmla="*/ 2006 w 2261"/>
              <a:gd name="p0y1" fmla="*/ 0 h 510"/>
              <a:gd name="p0x2" fmla="*/ 2147 w 2261"/>
              <a:gd name="p0y2" fmla="*/ 0 h 510"/>
              <a:gd name="p0x3" fmla="*/ 2261 w 2261"/>
              <a:gd name="p0y3" fmla="*/ 114 h 510"/>
              <a:gd name="p0x4" fmla="*/ 2261 w 2261"/>
              <a:gd name="p0y4" fmla="*/ 255 h 510"/>
              <a:gd name="p0x5" fmla="*/ 2261 w 2261"/>
              <a:gd name="p0y5" fmla="*/ 395 h 510"/>
              <a:gd name="p0x6" fmla="*/ 2147 w 2261"/>
              <a:gd name="p0y6" fmla="*/ 510 h 510"/>
              <a:gd name="p0x7" fmla="*/ 2006 w 2261"/>
              <a:gd name="p0y7" fmla="*/ 510 h 510"/>
              <a:gd name="p0x8" fmla="*/ 255 w 2261"/>
              <a:gd name="p0y8" fmla="*/ 510 h 510"/>
              <a:gd name="p0x9" fmla="*/ 114 w 2261"/>
              <a:gd name="p0y9" fmla="*/ 510 h 510"/>
              <a:gd name="p0x10" fmla="*/ 0 w 2261"/>
              <a:gd name="p0y10" fmla="*/ 395 h 510"/>
              <a:gd name="p0x11" fmla="*/ 0 w 2261"/>
              <a:gd name="p0y11" fmla="*/ 255 h 510"/>
              <a:gd name="p0x12" fmla="*/ 0 w 2261"/>
              <a:gd name="p0y12" fmla="*/ 114 h 510"/>
              <a:gd name="p0x13" fmla="*/ 114 w 2261"/>
              <a:gd name="p0y13" fmla="*/ 0 h 510"/>
              <a:gd name="p0x14" fmla="*/ 255 w 2261"/>
              <a:gd name="p0y14" fmla="*/ 0 h 51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B88C">
              <a:alpha val="12157"/>
            </a:srgbClr>
          </a:solidFill>
          <a:ln w="9525" cmpd="sng">
            <a:solidFill>
              <a:srgbClr val="D4D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4"/>
            </p:custDataLst>
          </p:nvPr>
        </p:nvSpPr>
        <p:spPr>
          <a:xfrm>
            <a:off x="828675" y="4515745"/>
            <a:ext cx="1274264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 b="1" spc="72">
                <a:solidFill>
                  <a:srgbClr val="7A8A7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2026 </a:t>
            </a:r>
            <a:r>
              <a:rPr lang="zh-CN" sz="1200" b="1" spc="72">
                <a:solidFill>
                  <a:srgbClr val="7A8A7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军训纪实</a:t>
            </a:r>
            <a:endParaRPr lang="zh-CN" sz="1200" b="1" spc="72">
              <a:solidFill>
                <a:srgbClr val="7A8A7A"/>
              </a:solidFill>
              <a:latin typeface="汉仪正圆-75W" panose="00020600040101010101" charset="-122"/>
              <a:ea typeface="汉仪正圆-75W" panose="00020600040101010101" charset="-122"/>
              <a:cs typeface="汉仪正圆-75W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5"/>
            </p:custDataLst>
          </p:nvPr>
        </p:nvSpPr>
        <p:spPr>
          <a:xfrm>
            <a:off x="666750" y="5125345"/>
            <a:ext cx="696144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27">
                <a:solidFill>
                  <a:srgbClr val="7A8A7A"/>
                </a:solidFill>
                <a:latin typeface="汉仪正圆-45W" panose="00020600040101010101" charset="-122"/>
                <a:ea typeface="汉仪正圆-45W" panose="00020600040101010101" charset="-122"/>
              </a:rPr>
              <a:t>汇报人</a:t>
            </a:r>
            <a:endParaRPr sz="1350" spc="27">
              <a:solidFill>
                <a:srgbClr val="7A8A7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6"/>
            </p:custDataLst>
          </p:nvPr>
        </p:nvSpPr>
        <p:spPr>
          <a:xfrm>
            <a:off x="1305560" y="5125085"/>
            <a:ext cx="391922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李昕阳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 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王腾逸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 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宋玉尘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 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王皓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宇</a:t>
            </a:r>
            <a:endParaRPr lang="zh-CN" altLang="en-US" sz="1350" spc="27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/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王翼涵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 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刘正勤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 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李同丰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 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王子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陆</a:t>
            </a:r>
            <a:endParaRPr lang="zh-CN" altLang="en-US" sz="1350" spc="27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7"/>
            </p:custDataLst>
          </p:nvPr>
        </p:nvSpPr>
        <p:spPr>
          <a:xfrm>
            <a:off x="671195" y="5862580"/>
            <a:ext cx="52127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spc="27">
                <a:solidFill>
                  <a:srgbClr val="7A8A7A"/>
                </a:solidFill>
                <a:latin typeface="汉仪正圆-45W" panose="00020600040101010101" charset="-122"/>
                <a:ea typeface="汉仪正圆-45W" panose="00020600040101010101" charset="-122"/>
              </a:rPr>
              <a:t>日期</a:t>
            </a:r>
            <a:endParaRPr sz="1350" spc="27">
              <a:solidFill>
                <a:srgbClr val="7A8A7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1130875" y="5862580"/>
            <a:ext cx="1579435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2026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年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08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月</a:t>
            </a:r>
            <a:r>
              <a:rPr lang="en-US" altLang="zh-CN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25</a:t>
            </a:r>
            <a:r>
              <a:rPr lang="zh-CN" altLang="en-US" sz="1350" spc="27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日</a:t>
            </a:r>
            <a:endParaRPr lang="zh-CN" altLang="en-US" sz="1350" spc="27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9"/>
            </p:custDataLst>
          </p:nvPr>
        </p:nvSpPr>
        <p:spPr>
          <a:xfrm>
            <a:off x="666750" y="1198880"/>
            <a:ext cx="95250" cy="95250"/>
          </a:xfrm>
          <a:custGeom>
            <a:avLst/>
            <a:gdLst>
              <a:gd name="sw" fmla="*/ 1 w 150"/>
              <a:gd name="sh" fmla="*/ 1 h 150"/>
              <a:gd name="mins" fmla="min sw sh"/>
              <a:gd name="dsw" fmla="+- 0 sw mins"/>
              <a:gd name="dsh" fmla="+- 0 sh mins"/>
              <a:gd name="p0x0" fmla="*/ 75 w 150"/>
              <a:gd name="p0y0" fmla="*/ 0 h 150"/>
              <a:gd name="p0x1" fmla="*/ 116 w 150"/>
              <a:gd name="p0y1" fmla="*/ 0 h 150"/>
              <a:gd name="p0x2" fmla="*/ 150 w 150"/>
              <a:gd name="p0y2" fmla="*/ 33 h 150"/>
              <a:gd name="p0x3" fmla="*/ 150 w 150"/>
              <a:gd name="p0y3" fmla="*/ 75 h 150"/>
              <a:gd name="p0x4" fmla="*/ 150 w 150"/>
              <a:gd name="p0y4" fmla="*/ 116 h 150"/>
              <a:gd name="p0x5" fmla="*/ 116 w 150"/>
              <a:gd name="p0y5" fmla="*/ 150 h 150"/>
              <a:gd name="p0x6" fmla="*/ 75 w 150"/>
              <a:gd name="p0y6" fmla="*/ 150 h 150"/>
              <a:gd name="p0x7" fmla="*/ 33 w 150"/>
              <a:gd name="p0y7" fmla="*/ 150 h 150"/>
              <a:gd name="p0x8" fmla="*/ 0 w 150"/>
              <a:gd name="p0y8" fmla="*/ 116 h 150"/>
              <a:gd name="p0x9" fmla="*/ 0 w 150"/>
              <a:gd name="p0y9" fmla="*/ 75 h 150"/>
              <a:gd name="p0x10" fmla="*/ 0 w 150"/>
              <a:gd name="p0y10" fmla="*/ 33 h 150"/>
              <a:gd name="p0x11" fmla="*/ 33 w 150"/>
              <a:gd name="p0y11" fmla="*/ 0 h 150"/>
              <a:gd name="p0x12" fmla="*/ 75 w 150"/>
              <a:gd name="p0y12" fmla="*/ 0 h 15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10"/>
            </p:custDataLst>
          </p:nvPr>
        </p:nvSpPr>
        <p:spPr>
          <a:xfrm>
            <a:off x="838200" y="12179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11"/>
            </p:custDataLst>
          </p:nvPr>
        </p:nvSpPr>
        <p:spPr>
          <a:xfrm>
            <a:off x="971550" y="1227455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6750" y="341820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01</a:t>
            </a:r>
            <a:endParaRPr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3253759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会操</a:t>
            </a: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评比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880485"/>
            <a:ext cx="3799840" cy="126365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  <p:sp>
        <p:nvSpPr>
          <p:cNvPr id="2" name="文本框 1"/>
          <p:cNvSpPr txBox="1"/>
          <p:nvPr/>
        </p:nvSpPr>
        <p:spPr>
          <a:xfrm>
            <a:off x="666750" y="3880802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 sz="2800"/>
              <a:t>动作有参差，眼神无退缩</a:t>
            </a:r>
            <a:endParaRPr lang="zh-CN" altLang="en-US" sz="2800"/>
          </a:p>
          <a:p>
            <a:r>
              <a:rPr lang="zh-CN" altLang="en-US" sz="2800"/>
              <a:t>每一次转体都是对自己的较量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任意多边形 6"/>
          <p:cNvSpPr/>
          <p:nvPr>
            <p:custDataLst>
              <p:tags r:id="rId1"/>
            </p:custDataLst>
          </p:nvPr>
        </p:nvSpPr>
        <p:spPr>
          <a:xfrm>
            <a:off x="6261100" y="893445"/>
            <a:ext cx="5930900" cy="714375"/>
          </a:xfrm>
          <a:custGeom>
            <a:avLst/>
            <a:gdLst>
              <a:gd name="sw" fmla="*/ 1 w 9339"/>
              <a:gd name="sh" fmla="*/ 1 h 1125"/>
              <a:gd name="mins" fmla="min sw sh"/>
              <a:gd name="dsw" fmla="+- 0 sw mins"/>
              <a:gd name="dsh" fmla="+- 0 sh mins"/>
              <a:gd name="p0x0" fmla="*/ 120 w 9339"/>
              <a:gd name="p0y0" fmla="*/ 0 h 1125"/>
              <a:gd name="p0x1" fmla="*/ 9219 w 9339"/>
              <a:gd name="p0y1" fmla="*/ 0 h 1125"/>
              <a:gd name="p0x2" fmla="*/ 9285 w 9339"/>
              <a:gd name="p0y2" fmla="*/ 0 h 1125"/>
              <a:gd name="p0x3" fmla="*/ 9339 w 9339"/>
              <a:gd name="p0y3" fmla="*/ 53 h 1125"/>
              <a:gd name="p0x4" fmla="*/ 9339 w 9339"/>
              <a:gd name="p0y4" fmla="*/ 120 h 1125"/>
              <a:gd name="p0x5" fmla="*/ 9339 w 9339"/>
              <a:gd name="p0y5" fmla="*/ 1005 h 1125"/>
              <a:gd name="p0x6" fmla="*/ 9339 w 9339"/>
              <a:gd name="p0y6" fmla="*/ 1071 h 1125"/>
              <a:gd name="p0x7" fmla="*/ 9285 w 9339"/>
              <a:gd name="p0y7" fmla="*/ 1125 h 1125"/>
              <a:gd name="p0x8" fmla="*/ 9219 w 9339"/>
              <a:gd name="p0y8" fmla="*/ 1125 h 1125"/>
              <a:gd name="p0x9" fmla="*/ 120 w 9339"/>
              <a:gd name="p0y9" fmla="*/ 1125 h 1125"/>
              <a:gd name="p0x10" fmla="*/ 53 w 9339"/>
              <a:gd name="p0y10" fmla="*/ 1125 h 1125"/>
              <a:gd name="p0x11" fmla="*/ 0 w 9339"/>
              <a:gd name="p0y11" fmla="*/ 1071 h 1125"/>
              <a:gd name="p0x12" fmla="*/ 0 w 9339"/>
              <a:gd name="p0y12" fmla="*/ 1005 h 1125"/>
              <a:gd name="p0x13" fmla="*/ 0 w 9339"/>
              <a:gd name="p0y13" fmla="*/ 120 h 1125"/>
              <a:gd name="p0x14" fmla="*/ 0 w 9339"/>
              <a:gd name="p0y14" fmla="*/ 53 h 1125"/>
              <a:gd name="p0x15" fmla="*/ 53 w 9339"/>
              <a:gd name="p0y15" fmla="*/ 0 h 1125"/>
              <a:gd name="p0x16" fmla="*/ 120 w 9339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6705229" y="1279207"/>
            <a:ext cx="390026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zh-CN" altLang="en-US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从学生到战士，从</a:t>
            </a:r>
            <a:r>
              <a:rPr lang="en-US" altLang="zh-CN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我</a:t>
            </a:r>
            <a:r>
              <a:rPr lang="en-US" altLang="zh-CN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到</a:t>
            </a:r>
            <a:r>
              <a:rPr lang="en-US" altLang="zh-CN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我们</a:t>
            </a:r>
            <a:r>
              <a:rPr lang="en-US" altLang="zh-CN"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endParaRPr lang="en-US" altLang="zh-CN" sz="2100" b="1"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3"/>
            </p:custDataLst>
          </p:nvPr>
        </p:nvSpPr>
        <p:spPr>
          <a:xfrm>
            <a:off x="6261100" y="1607820"/>
            <a:ext cx="5920740" cy="4457700"/>
          </a:xfrm>
          <a:custGeom>
            <a:avLst/>
            <a:gdLst>
              <a:gd name="sw" fmla="*/ 1 w 9324"/>
              <a:gd name="sh" fmla="*/ 1 h 7020"/>
              <a:gd name="mins" fmla="min sw sh"/>
              <a:gd name="dsw" fmla="+- 0 sw mins"/>
              <a:gd name="dsh" fmla="+- 0 sh mins"/>
              <a:gd name="p0x0" fmla="*/ 120 w 9324"/>
              <a:gd name="p0y0" fmla="*/ 0 h 7020"/>
              <a:gd name="p0x1" fmla="*/ 9204 w 9324"/>
              <a:gd name="p0y1" fmla="*/ 0 h 7020"/>
              <a:gd name="p0x2" fmla="*/ 9270 w 9324"/>
              <a:gd name="p0y2" fmla="*/ 0 h 7020"/>
              <a:gd name="p0x3" fmla="*/ 9324 w 9324"/>
              <a:gd name="p0y3" fmla="*/ 53 h 7020"/>
              <a:gd name="p0x4" fmla="*/ 9324 w 9324"/>
              <a:gd name="p0y4" fmla="*/ 120 h 7020"/>
              <a:gd name="p0x5" fmla="*/ 9324 w 9324"/>
              <a:gd name="p0y5" fmla="*/ 6900 h 7020"/>
              <a:gd name="p0x6" fmla="*/ 9324 w 9324"/>
              <a:gd name="p0y6" fmla="*/ 6966 h 7020"/>
              <a:gd name="p0x7" fmla="*/ 9270 w 9324"/>
              <a:gd name="p0y7" fmla="*/ 7020 h 7020"/>
              <a:gd name="p0x8" fmla="*/ 9204 w 9324"/>
              <a:gd name="p0y8" fmla="*/ 7020 h 7020"/>
              <a:gd name="p0x9" fmla="*/ 120 w 9324"/>
              <a:gd name="p0y9" fmla="*/ 7020 h 7020"/>
              <a:gd name="p0x10" fmla="*/ 53 w 9324"/>
              <a:gd name="p0y10" fmla="*/ 7020 h 7020"/>
              <a:gd name="p0x11" fmla="*/ 0 w 9324"/>
              <a:gd name="p0y11" fmla="*/ 6966 h 7020"/>
              <a:gd name="p0x12" fmla="*/ 0 w 9324"/>
              <a:gd name="p0y12" fmla="*/ 6900 h 7020"/>
              <a:gd name="p0x13" fmla="*/ 0 w 9324"/>
              <a:gd name="p0y13" fmla="*/ 120 h 7020"/>
              <a:gd name="p0x14" fmla="*/ 0 w 9324"/>
              <a:gd name="p0y14" fmla="*/ 53 h 7020"/>
              <a:gd name="p0x15" fmla="*/ 53 w 9324"/>
              <a:gd name="p0y15" fmla="*/ 0 h 7020"/>
              <a:gd name="p0x16" fmla="*/ 120 w 9324"/>
              <a:gd name="p0y16" fmla="*/ 0 h 70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5889625" y="254444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5"/>
            </p:custDataLst>
          </p:nvPr>
        </p:nvSpPr>
        <p:spPr>
          <a:xfrm>
            <a:off x="5947686" y="2618003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01</a:t>
            </a:r>
            <a:endParaRPr sz="24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6"/>
            </p:custDataLst>
          </p:nvPr>
        </p:nvSpPr>
        <p:spPr>
          <a:xfrm>
            <a:off x="5889625" y="347726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5947686" y="3551006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02</a:t>
            </a:r>
            <a:endParaRPr sz="24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8"/>
            </p:custDataLst>
          </p:nvPr>
        </p:nvSpPr>
        <p:spPr>
          <a:xfrm>
            <a:off x="5889625" y="441007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9"/>
            </p:custDataLst>
          </p:nvPr>
        </p:nvSpPr>
        <p:spPr>
          <a:xfrm>
            <a:off x="5947686" y="4484017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03</a:t>
            </a:r>
            <a:endParaRPr sz="24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0"/>
            </p:custDataLst>
          </p:nvPr>
        </p:nvSpPr>
        <p:spPr>
          <a:xfrm>
            <a:off x="5889625" y="5343525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11"/>
            </p:custDataLst>
          </p:nvPr>
        </p:nvSpPr>
        <p:spPr>
          <a:xfrm>
            <a:off x="5947686" y="5417020"/>
            <a:ext cx="685209" cy="3438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24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04</a:t>
            </a:r>
            <a:endParaRPr sz="24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966470"/>
            <a:ext cx="6426835" cy="479425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1449705"/>
            <a:ext cx="6405880" cy="4798060"/>
          </a:xfrm>
          <a:prstGeom prst="rect">
            <a:avLst/>
          </a:prstGeom>
        </p:spPr>
      </p:pic>
      <p:sp>
        <p:nvSpPr>
          <p:cNvPr id="6" name="文本框 5"/>
          <p:cNvSpPr txBox="1"/>
          <p:nvPr>
            <p:custDataLst>
              <p:tags r:id="rId14"/>
            </p:custDataLst>
          </p:nvPr>
        </p:nvSpPr>
        <p:spPr>
          <a:xfrm>
            <a:off x="427990" y="309563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2C3A2A"/>
                </a:solidFill>
                <a:latin typeface="微软雅黑" panose="020B0503020204020204" charset="-122"/>
                <a:ea typeface="微软雅黑" panose="020B0503020204020204" charset="-122"/>
              </a:rPr>
              <a:t>会操评比：</a:t>
            </a:r>
            <a:r>
              <a:rPr lang="zh-CN" altLang="en-US" sz="3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军训的成长与蜕变，藏在一次次集体考验之中</a:t>
            </a:r>
            <a:endParaRPr lang="zh-CN" sz="3000" b="1">
              <a:solidFill>
                <a:srgbClr val="2C3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437630" y="1806575"/>
            <a:ext cx="5754370" cy="40322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/>
              <a:t>最让我记忆犹新的是第一次会操评比，我们班不幸抽到第一个出场。</a:t>
            </a:r>
            <a:endParaRPr lang="zh-CN" altLang="en-US" sz="2800"/>
          </a:p>
          <a:p>
            <a:r>
              <a:rPr lang="zh-CN" altLang="en-US" sz="2800"/>
              <a:t>这意味着在其余十三个班级依次会操的漫长时间里，我们必须全程静坐待命。</a:t>
            </a:r>
            <a:endParaRPr lang="zh-CN" altLang="en-US" sz="2800"/>
          </a:p>
          <a:p>
            <a:r>
              <a:rPr lang="zh-CN" altLang="en-US" sz="2800"/>
              <a:t>烈日高悬，燥热的空气裹挟着大地，我们全员盘腿端坐，严格恪守纪律，挺直腰板、双手平放膝头、抬头挺胸、目光坚定。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27990" y="33940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2C3A2A"/>
                </a:solidFill>
                <a:latin typeface="微软雅黑" panose="020B0503020204020204" charset="-122"/>
                <a:ea typeface="微软雅黑" panose="020B0503020204020204" charset="-122"/>
              </a:rPr>
              <a:t>会操评比：</a:t>
            </a:r>
            <a:r>
              <a:rPr lang="zh-CN" altLang="en-US" sz="3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军训的成长与蜕变，藏在一次次集体考验之中</a:t>
            </a:r>
            <a:endParaRPr lang="zh-CN" sz="3000" b="1">
              <a:solidFill>
                <a:srgbClr val="2C3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70" y="842010"/>
            <a:ext cx="4221480" cy="5643245"/>
          </a:xfrm>
          <a:prstGeom prst="rect">
            <a:avLst/>
          </a:prstGeom>
        </p:spPr>
      </p:pic>
      <p:sp>
        <p:nvSpPr>
          <p:cNvPr id="42" name="文本框 41"/>
          <p:cNvSpPr txBox="1"/>
          <p:nvPr/>
        </p:nvSpPr>
        <p:spPr>
          <a:xfrm>
            <a:off x="4712970" y="842010"/>
            <a:ext cx="6601460" cy="55791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/>
              <a:t>长时间的静坐让双腿逐渐酸麻、腰背僵硬，暴晒的阳光也不断考验着我们的耐力。我感受到汗水汇成一股顺着脊背流下，浸湿衣服。</a:t>
            </a:r>
            <a:endParaRPr lang="zh-CN" altLang="en-US" sz="2800"/>
          </a:p>
          <a:p>
            <a:r>
              <a:rPr lang="zh-CN" altLang="en-US" sz="2800"/>
              <a:t>但没有一位同学松懈懈怠，所有人咬牙克服身体的疲惫，纹丝不动，用最饱满的精气神展现班级风貌。</a:t>
            </a:r>
            <a:endParaRPr lang="zh-CN" altLang="en-US" sz="2800"/>
          </a:p>
          <a:p>
            <a:r>
              <a:rPr lang="zh-CN" altLang="en-US" sz="2800"/>
              <a:t>漫长的等待结束后，大家终于起身放松，我看到一位女生双腿僵硬，需要身旁两位同学搀扶才能勉强站起。再看向自己的手臂，我发现它变得“晶莹剔透”，是满身汗水反射的光。</a:t>
            </a:r>
            <a:endParaRPr lang="zh-CN" altLang="en-US" sz="28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358775" y="298133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sz="3000" b="1">
                <a:solidFill>
                  <a:srgbClr val="2C3A2A"/>
                </a:solidFill>
                <a:latin typeface="微软雅黑" panose="020B0503020204020204" charset="-122"/>
                <a:ea typeface="微软雅黑" panose="020B0503020204020204" charset="-122"/>
              </a:rPr>
              <a:t>会操评比：</a:t>
            </a:r>
            <a:r>
              <a:rPr lang="zh-CN" altLang="en-US" sz="3000">
                <a:latin typeface="微软雅黑" panose="020B0503020204020204" charset="-122"/>
                <a:ea typeface="微软雅黑" panose="020B0503020204020204" charset="-122"/>
                <a:sym typeface="+mn-ea"/>
              </a:rPr>
              <a:t>军训的成长与蜕变，藏在一次次集体考验之中</a:t>
            </a:r>
            <a:endParaRPr lang="zh-CN" sz="3000" b="1">
              <a:solidFill>
                <a:srgbClr val="2C3A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4635" y="1048385"/>
            <a:ext cx="5586730" cy="547751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800"/>
              <a:t>军训会操评比结束，我们明白了，名次固然重要，但更珍贵的是这段成长。烈日下反复操练，汗水浸透衣衫，我们一遍遍磨合动作，校准排面。我真切体会到，整齐的队列离不开每个人的坚守与配合。</a:t>
            </a:r>
            <a:endParaRPr lang="zh-CN" altLang="en-US" sz="2800"/>
          </a:p>
          <a:p>
            <a:endParaRPr lang="en-US" altLang="zh-CN" sz="2800"/>
          </a:p>
          <a:p>
            <a:r>
              <a:rPr lang="zh-CN" altLang="en-US" sz="2800"/>
              <a:t>会操不仅是一场展示，更磨炼了我的意志，增强了集体荣誉感。这份坚韧与团结，会激励我们在今后的学习生活中继续奋勇向前。</a:t>
            </a:r>
            <a:endParaRPr lang="zh-CN" altLang="en-US" sz="280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870" y="1273810"/>
            <a:ext cx="6315075" cy="475107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02</a:t>
            </a:r>
            <a:endParaRPr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歌咏比赛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750945"/>
            <a:ext cx="6984365" cy="7480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歌声未必最齐，气势一定最足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少年意气在旋律里撞出回响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站军姿：烈日下的第一课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4" name="图片 3" descr="6f4c551f-9871-11f1-818a-9a7f2fb25ab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571500" y="1104900"/>
            <a:ext cx="11049000" cy="2057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3240">
                <a:moveTo>
                  <a:pt x="120" y="0"/>
                </a:moveTo>
                <a:lnTo>
                  <a:pt x="17280" y="0"/>
                </a:lnTo>
                <a:cubicBezTo>
                  <a:pt x="17346" y="0"/>
                  <a:pt x="17400" y="54"/>
                  <a:pt x="17400" y="120"/>
                </a:cubicBezTo>
                <a:lnTo>
                  <a:pt x="17400" y="3120"/>
                </a:lnTo>
                <a:cubicBezTo>
                  <a:pt x="17400" y="3186"/>
                  <a:pt x="17346" y="3240"/>
                  <a:pt x="17280" y="3240"/>
                </a:cubicBezTo>
                <a:lnTo>
                  <a:pt x="120" y="3240"/>
                </a:lnTo>
                <a:cubicBezTo>
                  <a:pt x="54" y="3240"/>
                  <a:pt x="0" y="3186"/>
                  <a:pt x="0" y="3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466406" y="3527108"/>
            <a:ext cx="3259112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站军姿：烈日下的第一课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3114675" y="454342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>
            <p:custDataLst>
              <p:tags r:id="rId6"/>
            </p:custDataLst>
          </p:nvPr>
        </p:nvSpPr>
        <p:spPr>
          <a:xfrm>
            <a:off x="3248025" y="4600575"/>
            <a:ext cx="13906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4638675" y="4600575"/>
            <a:ext cx="13906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8"/>
            </p:custDataLst>
          </p:nvPr>
        </p:nvSpPr>
        <p:spPr>
          <a:xfrm>
            <a:off x="6029325" y="454342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9"/>
            </p:custDataLst>
          </p:nvPr>
        </p:nvSpPr>
        <p:spPr>
          <a:xfrm>
            <a:off x="6162675" y="4600575"/>
            <a:ext cx="13906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10"/>
            </p:custDataLst>
          </p:nvPr>
        </p:nvSpPr>
        <p:spPr>
          <a:xfrm>
            <a:off x="7553325" y="4600575"/>
            <a:ext cx="13906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1"/>
            </p:custDataLst>
          </p:nvPr>
        </p:nvSpPr>
        <p:spPr>
          <a:xfrm>
            <a:off x="8943975" y="454342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12"/>
            </p:custDataLst>
          </p:nvPr>
        </p:nvSpPr>
        <p:spPr>
          <a:xfrm>
            <a:off x="1728470" y="4805045"/>
            <a:ext cx="2905125" cy="971550"/>
          </a:xfrm>
          <a:custGeom>
            <a:avLst/>
            <a:gdLst>
              <a:gd name="sw" fmla="*/ 1 w 4575"/>
              <a:gd name="sh" fmla="*/ 1 h 1530"/>
              <a:gd name="mins" fmla="min sw sh"/>
              <a:gd name="dsw" fmla="+- 0 sw mins"/>
              <a:gd name="dsh" fmla="+- 0 sh mins"/>
              <a:gd name="p0x0" fmla="*/ 120 w 4575"/>
              <a:gd name="p0y0" fmla="*/ 0 h 1530"/>
              <a:gd name="p0x1" fmla="*/ 4455 w 4575"/>
              <a:gd name="p0y1" fmla="*/ 0 h 1530"/>
              <a:gd name="p0x2" fmla="*/ 4521 w 4575"/>
              <a:gd name="p0y2" fmla="*/ 0 h 1530"/>
              <a:gd name="p0x3" fmla="*/ 4575 w 4575"/>
              <a:gd name="p0y3" fmla="*/ 53 h 1530"/>
              <a:gd name="p0x4" fmla="*/ 4575 w 4575"/>
              <a:gd name="p0y4" fmla="*/ 120 h 1530"/>
              <a:gd name="p0x5" fmla="*/ 4575 w 4575"/>
              <a:gd name="p0y5" fmla="*/ 1410 h 1530"/>
              <a:gd name="p0x6" fmla="*/ 4575 w 4575"/>
              <a:gd name="p0y6" fmla="*/ 1476 h 1530"/>
              <a:gd name="p0x7" fmla="*/ 4521 w 4575"/>
              <a:gd name="p0y7" fmla="*/ 1530 h 1530"/>
              <a:gd name="p0x8" fmla="*/ 4455 w 4575"/>
              <a:gd name="p0y8" fmla="*/ 1530 h 1530"/>
              <a:gd name="p0x9" fmla="*/ 120 w 4575"/>
              <a:gd name="p0y9" fmla="*/ 1530 h 1530"/>
              <a:gd name="p0x10" fmla="*/ 53 w 4575"/>
              <a:gd name="p0y10" fmla="*/ 1530 h 1530"/>
              <a:gd name="p0x11" fmla="*/ 0 w 4575"/>
              <a:gd name="p0y11" fmla="*/ 1476 h 1530"/>
              <a:gd name="p0x12" fmla="*/ 0 w 4575"/>
              <a:gd name="p0y12" fmla="*/ 1410 h 1530"/>
              <a:gd name="p0x13" fmla="*/ 0 w 4575"/>
              <a:gd name="p0y13" fmla="*/ 120 h 1530"/>
              <a:gd name="p0x14" fmla="*/ 0 w 4575"/>
              <a:gd name="p0y14" fmla="*/ 53 h 1530"/>
              <a:gd name="p0x15" fmla="*/ 53 w 4575"/>
              <a:gd name="p0y15" fmla="*/ 0 h 1530"/>
              <a:gd name="p0x16" fmla="*/ 120 w 4575"/>
              <a:gd name="p0y16" fmla="*/ 0 h 1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847850" y="4924425"/>
            <a:ext cx="2667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个人极限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1847850" y="5162550"/>
            <a:ext cx="2667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十分钟开始颤抖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5"/>
            </p:custDataLst>
          </p:nvPr>
        </p:nvSpPr>
        <p:spPr>
          <a:xfrm>
            <a:off x="1847850" y="5457825"/>
            <a:ext cx="274327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汗水滑进眼睛却不能擦，身体是诚实的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4643120" y="4805045"/>
            <a:ext cx="2905125" cy="971550"/>
          </a:xfrm>
          <a:custGeom>
            <a:avLst/>
            <a:gdLst>
              <a:gd name="sw" fmla="*/ 1 w 4575"/>
              <a:gd name="sh" fmla="*/ 1 h 1530"/>
              <a:gd name="mins" fmla="min sw sh"/>
              <a:gd name="dsw" fmla="+- 0 sw mins"/>
              <a:gd name="dsh" fmla="+- 0 sh mins"/>
              <a:gd name="p0x0" fmla="*/ 120 w 4575"/>
              <a:gd name="p0y0" fmla="*/ 0 h 1530"/>
              <a:gd name="p0x1" fmla="*/ 4455 w 4575"/>
              <a:gd name="p0y1" fmla="*/ 0 h 1530"/>
              <a:gd name="p0x2" fmla="*/ 4521 w 4575"/>
              <a:gd name="p0y2" fmla="*/ 0 h 1530"/>
              <a:gd name="p0x3" fmla="*/ 4575 w 4575"/>
              <a:gd name="p0y3" fmla="*/ 53 h 1530"/>
              <a:gd name="p0x4" fmla="*/ 4575 w 4575"/>
              <a:gd name="p0y4" fmla="*/ 120 h 1530"/>
              <a:gd name="p0x5" fmla="*/ 4575 w 4575"/>
              <a:gd name="p0y5" fmla="*/ 1410 h 1530"/>
              <a:gd name="p0x6" fmla="*/ 4575 w 4575"/>
              <a:gd name="p0y6" fmla="*/ 1476 h 1530"/>
              <a:gd name="p0x7" fmla="*/ 4521 w 4575"/>
              <a:gd name="p0y7" fmla="*/ 1530 h 1530"/>
              <a:gd name="p0x8" fmla="*/ 4455 w 4575"/>
              <a:gd name="p0y8" fmla="*/ 1530 h 1530"/>
              <a:gd name="p0x9" fmla="*/ 120 w 4575"/>
              <a:gd name="p0y9" fmla="*/ 1530 h 1530"/>
              <a:gd name="p0x10" fmla="*/ 53 w 4575"/>
              <a:gd name="p0y10" fmla="*/ 1530 h 1530"/>
              <a:gd name="p0x11" fmla="*/ 0 w 4575"/>
              <a:gd name="p0y11" fmla="*/ 1476 h 1530"/>
              <a:gd name="p0x12" fmla="*/ 0 w 4575"/>
              <a:gd name="p0y12" fmla="*/ 1410 h 1530"/>
              <a:gd name="p0x13" fmla="*/ 0 w 4575"/>
              <a:gd name="p0y13" fmla="*/ 120 h 1530"/>
              <a:gd name="p0x14" fmla="*/ 0 w 4575"/>
              <a:gd name="p0y14" fmla="*/ 53 h 1530"/>
              <a:gd name="p0x15" fmla="*/ 53 w 4575"/>
              <a:gd name="p0y15" fmla="*/ 0 h 1530"/>
              <a:gd name="p0x16" fmla="*/ 120 w 4575"/>
              <a:gd name="p0y16" fmla="*/ 0 h 1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4762500" y="4924425"/>
            <a:ext cx="2667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集体惩罚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4762500" y="5162550"/>
            <a:ext cx="2857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一人手臂松了，全连加站五分钟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9"/>
            </p:custDataLst>
          </p:nvPr>
        </p:nvSpPr>
        <p:spPr>
          <a:xfrm>
            <a:off x="4762500" y="5457825"/>
            <a:ext cx="2667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没有个人，只有队列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7557770" y="4805045"/>
            <a:ext cx="2905125" cy="971550"/>
          </a:xfrm>
          <a:custGeom>
            <a:avLst/>
            <a:gdLst>
              <a:gd name="sw" fmla="*/ 1 w 4575"/>
              <a:gd name="sh" fmla="*/ 1 h 1530"/>
              <a:gd name="mins" fmla="min sw sh"/>
              <a:gd name="dsw" fmla="+- 0 sw mins"/>
              <a:gd name="dsh" fmla="+- 0 sh mins"/>
              <a:gd name="p0x0" fmla="*/ 120 w 4575"/>
              <a:gd name="p0y0" fmla="*/ 0 h 1530"/>
              <a:gd name="p0x1" fmla="*/ 4455 w 4575"/>
              <a:gd name="p0y1" fmla="*/ 0 h 1530"/>
              <a:gd name="p0x2" fmla="*/ 4521 w 4575"/>
              <a:gd name="p0y2" fmla="*/ 0 h 1530"/>
              <a:gd name="p0x3" fmla="*/ 4575 w 4575"/>
              <a:gd name="p0y3" fmla="*/ 53 h 1530"/>
              <a:gd name="p0x4" fmla="*/ 4575 w 4575"/>
              <a:gd name="p0y4" fmla="*/ 120 h 1530"/>
              <a:gd name="p0x5" fmla="*/ 4575 w 4575"/>
              <a:gd name="p0y5" fmla="*/ 1410 h 1530"/>
              <a:gd name="p0x6" fmla="*/ 4575 w 4575"/>
              <a:gd name="p0y6" fmla="*/ 1476 h 1530"/>
              <a:gd name="p0x7" fmla="*/ 4521 w 4575"/>
              <a:gd name="p0y7" fmla="*/ 1530 h 1530"/>
              <a:gd name="p0x8" fmla="*/ 4455 w 4575"/>
              <a:gd name="p0y8" fmla="*/ 1530 h 1530"/>
              <a:gd name="p0x9" fmla="*/ 120 w 4575"/>
              <a:gd name="p0y9" fmla="*/ 1530 h 1530"/>
              <a:gd name="p0x10" fmla="*/ 53 w 4575"/>
              <a:gd name="p0y10" fmla="*/ 1530 h 1530"/>
              <a:gd name="p0x11" fmla="*/ 0 w 4575"/>
              <a:gd name="p0y11" fmla="*/ 1476 h 1530"/>
              <a:gd name="p0x12" fmla="*/ 0 w 4575"/>
              <a:gd name="p0y12" fmla="*/ 1410 h 1530"/>
              <a:gd name="p0x13" fmla="*/ 0 w 4575"/>
              <a:gd name="p0y13" fmla="*/ 120 h 1530"/>
              <a:gd name="p0x14" fmla="*/ 0 w 4575"/>
              <a:gd name="p0y14" fmla="*/ 53 h 1530"/>
              <a:gd name="p0x15" fmla="*/ 53 w 4575"/>
              <a:gd name="p0y15" fmla="*/ 0 h 1530"/>
              <a:gd name="p0x16" fmla="*/ 120 w 4575"/>
              <a:gd name="p0y16" fmla="*/ 0 h 15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7677150" y="4924425"/>
            <a:ext cx="2667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战友默契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7677150" y="5162550"/>
            <a:ext cx="26670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有人晕倒，旁边立刻扶住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7677150" y="5457825"/>
            <a:ext cx="26670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教官喊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稍息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，所有人同步松一口气</a:t>
            </a:r>
            <a:endParaRPr lang="zh-CN" altLang="en-US"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齐步走：节奏中的默契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71500" y="1104900"/>
            <a:ext cx="4000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一个人的步伐叫走路，一群人的步伐才叫齐步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2468909" y="3090863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→</a:t>
            </a:r>
            <a:endParaRPr sz="2400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4"/>
            </p:custDataLst>
          </p:nvPr>
        </p:nvSpPr>
        <p:spPr>
          <a:xfrm>
            <a:off x="4785417" y="3090863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→</a:t>
            </a:r>
            <a:endParaRPr sz="2400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5"/>
            </p:custDataLst>
          </p:nvPr>
        </p:nvSpPr>
        <p:spPr>
          <a:xfrm>
            <a:off x="7101925" y="3090863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→</a:t>
            </a:r>
            <a:endParaRPr sz="2400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9418444" y="3090863"/>
            <a:ext cx="609600" cy="4048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2400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→</a:t>
            </a:r>
            <a:endParaRPr sz="2400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7"/>
            </p:custDataLst>
          </p:nvPr>
        </p:nvSpPr>
        <p:spPr>
          <a:xfrm>
            <a:off x="575945" y="1552575"/>
            <a:ext cx="1773555" cy="4919345"/>
          </a:xfrm>
          <a:custGeom>
            <a:avLst/>
            <a:gdLst>
              <a:gd name="sw" fmla="*/ 1 w 2793"/>
              <a:gd name="sh" fmla="*/ 1 h 7747"/>
              <a:gd name="mins" fmla="min sw sh"/>
              <a:gd name="dsw" fmla="+- 0 sw mins"/>
              <a:gd name="dsh" fmla="+- 0 sh mins"/>
              <a:gd name="p0x0" fmla="*/ 120 w 2793"/>
              <a:gd name="p0y0" fmla="*/ 0 h 7747"/>
              <a:gd name="p0x1" fmla="*/ 2673 w 2793"/>
              <a:gd name="p0y1" fmla="*/ 0 h 7747"/>
              <a:gd name="p0x2" fmla="*/ 2739 w 2793"/>
              <a:gd name="p0y2" fmla="*/ 0 h 7747"/>
              <a:gd name="p0x3" fmla="*/ 2793 w 2793"/>
              <a:gd name="p0y3" fmla="*/ 53 h 7747"/>
              <a:gd name="p0x4" fmla="*/ 2793 w 2793"/>
              <a:gd name="p0y4" fmla="*/ 120 h 7747"/>
              <a:gd name="p0x5" fmla="*/ 2793 w 2793"/>
              <a:gd name="p0y5" fmla="*/ 7627 h 7747"/>
              <a:gd name="p0x6" fmla="*/ 2793 w 2793"/>
              <a:gd name="p0y6" fmla="*/ 7693 h 7747"/>
              <a:gd name="p0x7" fmla="*/ 2739 w 2793"/>
              <a:gd name="p0y7" fmla="*/ 7747 h 7747"/>
              <a:gd name="p0x8" fmla="*/ 2673 w 2793"/>
              <a:gd name="p0y8" fmla="*/ 7747 h 7747"/>
              <a:gd name="p0x9" fmla="*/ 120 w 2793"/>
              <a:gd name="p0y9" fmla="*/ 7747 h 7747"/>
              <a:gd name="p0x10" fmla="*/ 53 w 2793"/>
              <a:gd name="p0y10" fmla="*/ 7747 h 7747"/>
              <a:gd name="p0x11" fmla="*/ 0 w 2793"/>
              <a:gd name="p0y11" fmla="*/ 7693 h 7747"/>
              <a:gd name="p0x12" fmla="*/ 0 w 2793"/>
              <a:gd name="p0y12" fmla="*/ 7627 h 7747"/>
              <a:gd name="p0x13" fmla="*/ 0 w 2793"/>
              <a:gd name="p0y13" fmla="*/ 120 h 7747"/>
              <a:gd name="p0x14" fmla="*/ 0 w 2793"/>
              <a:gd name="p0y14" fmla="*/ 53 h 7747"/>
              <a:gd name="p0x15" fmla="*/ 53 w 2793"/>
              <a:gd name="p0y15" fmla="*/ 0 h 7747"/>
              <a:gd name="p0x16" fmla="*/ 120 w 2793"/>
              <a:gd name="p0y16" fmla="*/ 0 h 7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8"/>
            </p:custDataLst>
          </p:nvPr>
        </p:nvSpPr>
        <p:spPr>
          <a:xfrm>
            <a:off x="1705870" y="1479232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4A7B3F">
                    <a:alpha val="50001"/>
                  </a:srgbClr>
                </a:solidFill>
                <a:latin typeface="汉仪正圆-45W" panose="00020600040101010101" charset="-122"/>
                <a:ea typeface="汉仪正圆-45W" panose="00020600040101010101" charset="-122"/>
              </a:rPr>
              <a:t>01</a:t>
            </a:r>
            <a:endParaRPr sz="3600" b="1" spc="-180">
              <a:solidFill>
                <a:srgbClr val="4A7B3F">
                  <a:alpha val="50001"/>
                </a:srgbClr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9"/>
            </p:custDataLst>
          </p:nvPr>
        </p:nvSpPr>
        <p:spPr>
          <a:xfrm>
            <a:off x="2892425" y="1552575"/>
            <a:ext cx="1773555" cy="4919345"/>
          </a:xfrm>
          <a:custGeom>
            <a:avLst/>
            <a:gdLst>
              <a:gd name="sw" fmla="*/ 1 w 2793"/>
              <a:gd name="sh" fmla="*/ 1 h 7747"/>
              <a:gd name="mins" fmla="min sw sh"/>
              <a:gd name="dsw" fmla="+- 0 sw mins"/>
              <a:gd name="dsh" fmla="+- 0 sh mins"/>
              <a:gd name="p0x0" fmla="*/ 120 w 2793"/>
              <a:gd name="p0y0" fmla="*/ 0 h 7747"/>
              <a:gd name="p0x1" fmla="*/ 2673 w 2793"/>
              <a:gd name="p0y1" fmla="*/ 0 h 7747"/>
              <a:gd name="p0x2" fmla="*/ 2739 w 2793"/>
              <a:gd name="p0y2" fmla="*/ 0 h 7747"/>
              <a:gd name="p0x3" fmla="*/ 2793 w 2793"/>
              <a:gd name="p0y3" fmla="*/ 53 h 7747"/>
              <a:gd name="p0x4" fmla="*/ 2793 w 2793"/>
              <a:gd name="p0y4" fmla="*/ 120 h 7747"/>
              <a:gd name="p0x5" fmla="*/ 2793 w 2793"/>
              <a:gd name="p0y5" fmla="*/ 7627 h 7747"/>
              <a:gd name="p0x6" fmla="*/ 2793 w 2793"/>
              <a:gd name="p0y6" fmla="*/ 7693 h 7747"/>
              <a:gd name="p0x7" fmla="*/ 2739 w 2793"/>
              <a:gd name="p0y7" fmla="*/ 7747 h 7747"/>
              <a:gd name="p0x8" fmla="*/ 2673 w 2793"/>
              <a:gd name="p0y8" fmla="*/ 7747 h 7747"/>
              <a:gd name="p0x9" fmla="*/ 120 w 2793"/>
              <a:gd name="p0y9" fmla="*/ 7747 h 7747"/>
              <a:gd name="p0x10" fmla="*/ 53 w 2793"/>
              <a:gd name="p0y10" fmla="*/ 7747 h 7747"/>
              <a:gd name="p0x11" fmla="*/ 0 w 2793"/>
              <a:gd name="p0y11" fmla="*/ 7693 h 7747"/>
              <a:gd name="p0x12" fmla="*/ 0 w 2793"/>
              <a:gd name="p0y12" fmla="*/ 7627 h 7747"/>
              <a:gd name="p0x13" fmla="*/ 0 w 2793"/>
              <a:gd name="p0y13" fmla="*/ 120 h 7747"/>
              <a:gd name="p0x14" fmla="*/ 0 w 2793"/>
              <a:gd name="p0y14" fmla="*/ 53 h 7747"/>
              <a:gd name="p0x15" fmla="*/ 53 w 2793"/>
              <a:gd name="p0y15" fmla="*/ 0 h 7747"/>
              <a:gd name="p0x16" fmla="*/ 120 w 2793"/>
              <a:gd name="p0y16" fmla="*/ 0 h 7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022379" y="1479232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4A7B3F">
                    <a:alpha val="50001"/>
                  </a:srgbClr>
                </a:solidFill>
                <a:latin typeface="汉仪正圆-45W" panose="00020600040101010101" charset="-122"/>
                <a:ea typeface="汉仪正圆-45W" panose="00020600040101010101" charset="-122"/>
              </a:rPr>
              <a:t>02</a:t>
            </a:r>
            <a:endParaRPr sz="3600" b="1" spc="-180">
              <a:solidFill>
                <a:srgbClr val="4A7B3F">
                  <a:alpha val="50001"/>
                </a:srgbClr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1"/>
            </p:custDataLst>
          </p:nvPr>
        </p:nvSpPr>
        <p:spPr>
          <a:xfrm>
            <a:off x="5208905" y="1552575"/>
            <a:ext cx="1773555" cy="4919345"/>
          </a:xfrm>
          <a:custGeom>
            <a:avLst/>
            <a:gdLst>
              <a:gd name="sw" fmla="*/ 1 w 2793"/>
              <a:gd name="sh" fmla="*/ 1 h 7747"/>
              <a:gd name="mins" fmla="min sw sh"/>
              <a:gd name="dsw" fmla="+- 0 sw mins"/>
              <a:gd name="dsh" fmla="+- 0 sh mins"/>
              <a:gd name="p0x0" fmla="*/ 120 w 2793"/>
              <a:gd name="p0y0" fmla="*/ 0 h 7747"/>
              <a:gd name="p0x1" fmla="*/ 2673 w 2793"/>
              <a:gd name="p0y1" fmla="*/ 0 h 7747"/>
              <a:gd name="p0x2" fmla="*/ 2739 w 2793"/>
              <a:gd name="p0y2" fmla="*/ 0 h 7747"/>
              <a:gd name="p0x3" fmla="*/ 2793 w 2793"/>
              <a:gd name="p0y3" fmla="*/ 53 h 7747"/>
              <a:gd name="p0x4" fmla="*/ 2793 w 2793"/>
              <a:gd name="p0y4" fmla="*/ 120 h 7747"/>
              <a:gd name="p0x5" fmla="*/ 2793 w 2793"/>
              <a:gd name="p0y5" fmla="*/ 7627 h 7747"/>
              <a:gd name="p0x6" fmla="*/ 2793 w 2793"/>
              <a:gd name="p0y6" fmla="*/ 7693 h 7747"/>
              <a:gd name="p0x7" fmla="*/ 2739 w 2793"/>
              <a:gd name="p0y7" fmla="*/ 7747 h 7747"/>
              <a:gd name="p0x8" fmla="*/ 2673 w 2793"/>
              <a:gd name="p0y8" fmla="*/ 7747 h 7747"/>
              <a:gd name="p0x9" fmla="*/ 120 w 2793"/>
              <a:gd name="p0y9" fmla="*/ 7747 h 7747"/>
              <a:gd name="p0x10" fmla="*/ 53 w 2793"/>
              <a:gd name="p0y10" fmla="*/ 7747 h 7747"/>
              <a:gd name="p0x11" fmla="*/ 0 w 2793"/>
              <a:gd name="p0y11" fmla="*/ 7693 h 7747"/>
              <a:gd name="p0x12" fmla="*/ 0 w 2793"/>
              <a:gd name="p0y12" fmla="*/ 7627 h 7747"/>
              <a:gd name="p0x13" fmla="*/ 0 w 2793"/>
              <a:gd name="p0y13" fmla="*/ 120 h 7747"/>
              <a:gd name="p0x14" fmla="*/ 0 w 2793"/>
              <a:gd name="p0y14" fmla="*/ 53 h 7747"/>
              <a:gd name="p0x15" fmla="*/ 53 w 2793"/>
              <a:gd name="p0y15" fmla="*/ 0 h 7747"/>
              <a:gd name="p0x16" fmla="*/ 120 w 2793"/>
              <a:gd name="p0y16" fmla="*/ 0 h 7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2"/>
            </p:custDataLst>
          </p:nvPr>
        </p:nvSpPr>
        <p:spPr>
          <a:xfrm>
            <a:off x="6338888" y="1479232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4A7B3F">
                    <a:alpha val="50001"/>
                  </a:srgbClr>
                </a:solidFill>
                <a:latin typeface="汉仪正圆-45W" panose="00020600040101010101" charset="-122"/>
                <a:ea typeface="汉仪正圆-45W" panose="00020600040101010101" charset="-122"/>
              </a:rPr>
              <a:t>03</a:t>
            </a:r>
            <a:endParaRPr sz="3600" b="1" spc="-180">
              <a:solidFill>
                <a:srgbClr val="4A7B3F">
                  <a:alpha val="50001"/>
                </a:srgbClr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13"/>
            </p:custDataLst>
          </p:nvPr>
        </p:nvSpPr>
        <p:spPr>
          <a:xfrm>
            <a:off x="7525385" y="1552575"/>
            <a:ext cx="1773555" cy="4919345"/>
          </a:xfrm>
          <a:custGeom>
            <a:avLst/>
            <a:gdLst>
              <a:gd name="sw" fmla="*/ 1 w 2793"/>
              <a:gd name="sh" fmla="*/ 1 h 7747"/>
              <a:gd name="mins" fmla="min sw sh"/>
              <a:gd name="dsw" fmla="+- 0 sw mins"/>
              <a:gd name="dsh" fmla="+- 0 sh mins"/>
              <a:gd name="p0x0" fmla="*/ 120 w 2793"/>
              <a:gd name="p0y0" fmla="*/ 0 h 7747"/>
              <a:gd name="p0x1" fmla="*/ 2673 w 2793"/>
              <a:gd name="p0y1" fmla="*/ 0 h 7747"/>
              <a:gd name="p0x2" fmla="*/ 2739 w 2793"/>
              <a:gd name="p0y2" fmla="*/ 0 h 7747"/>
              <a:gd name="p0x3" fmla="*/ 2793 w 2793"/>
              <a:gd name="p0y3" fmla="*/ 53 h 7747"/>
              <a:gd name="p0x4" fmla="*/ 2793 w 2793"/>
              <a:gd name="p0y4" fmla="*/ 120 h 7747"/>
              <a:gd name="p0x5" fmla="*/ 2793 w 2793"/>
              <a:gd name="p0y5" fmla="*/ 7627 h 7747"/>
              <a:gd name="p0x6" fmla="*/ 2793 w 2793"/>
              <a:gd name="p0y6" fmla="*/ 7693 h 7747"/>
              <a:gd name="p0x7" fmla="*/ 2739 w 2793"/>
              <a:gd name="p0y7" fmla="*/ 7747 h 7747"/>
              <a:gd name="p0x8" fmla="*/ 2673 w 2793"/>
              <a:gd name="p0y8" fmla="*/ 7747 h 7747"/>
              <a:gd name="p0x9" fmla="*/ 120 w 2793"/>
              <a:gd name="p0y9" fmla="*/ 7747 h 7747"/>
              <a:gd name="p0x10" fmla="*/ 53 w 2793"/>
              <a:gd name="p0y10" fmla="*/ 7747 h 7747"/>
              <a:gd name="p0x11" fmla="*/ 0 w 2793"/>
              <a:gd name="p0y11" fmla="*/ 7693 h 7747"/>
              <a:gd name="p0x12" fmla="*/ 0 w 2793"/>
              <a:gd name="p0y12" fmla="*/ 7627 h 7747"/>
              <a:gd name="p0x13" fmla="*/ 0 w 2793"/>
              <a:gd name="p0y13" fmla="*/ 120 h 7747"/>
              <a:gd name="p0x14" fmla="*/ 0 w 2793"/>
              <a:gd name="p0y14" fmla="*/ 53 h 7747"/>
              <a:gd name="p0x15" fmla="*/ 53 w 2793"/>
              <a:gd name="p0y15" fmla="*/ 0 h 7747"/>
              <a:gd name="p0x16" fmla="*/ 120 w 2793"/>
              <a:gd name="p0y16" fmla="*/ 0 h 7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4"/>
            </p:custDataLst>
          </p:nvPr>
        </p:nvSpPr>
        <p:spPr>
          <a:xfrm>
            <a:off x="8655396" y="1479232"/>
            <a:ext cx="982114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4A7B3F">
                    <a:alpha val="50001"/>
                  </a:srgbClr>
                </a:solidFill>
                <a:latin typeface="汉仪正圆-45W" panose="00020600040101010101" charset="-122"/>
                <a:ea typeface="汉仪正圆-45W" panose="00020600040101010101" charset="-122"/>
              </a:rPr>
              <a:t>04</a:t>
            </a:r>
            <a:endParaRPr sz="3600" b="1" spc="-180">
              <a:solidFill>
                <a:srgbClr val="4A7B3F">
                  <a:alpha val="50001"/>
                </a:srgbClr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15"/>
            </p:custDataLst>
          </p:nvPr>
        </p:nvSpPr>
        <p:spPr>
          <a:xfrm>
            <a:off x="9841865" y="1552575"/>
            <a:ext cx="1773555" cy="4919345"/>
          </a:xfrm>
          <a:custGeom>
            <a:avLst/>
            <a:gdLst>
              <a:gd name="sw" fmla="*/ 1 w 2793"/>
              <a:gd name="sh" fmla="*/ 1 h 7747"/>
              <a:gd name="mins" fmla="min sw sh"/>
              <a:gd name="dsw" fmla="+- 0 sw mins"/>
              <a:gd name="dsh" fmla="+- 0 sh mins"/>
              <a:gd name="p0x0" fmla="*/ 120 w 2793"/>
              <a:gd name="p0y0" fmla="*/ 0 h 7747"/>
              <a:gd name="p0x1" fmla="*/ 2673 w 2793"/>
              <a:gd name="p0y1" fmla="*/ 0 h 7747"/>
              <a:gd name="p0x2" fmla="*/ 2739 w 2793"/>
              <a:gd name="p0y2" fmla="*/ 0 h 7747"/>
              <a:gd name="p0x3" fmla="*/ 2793 w 2793"/>
              <a:gd name="p0y3" fmla="*/ 53 h 7747"/>
              <a:gd name="p0x4" fmla="*/ 2793 w 2793"/>
              <a:gd name="p0y4" fmla="*/ 120 h 7747"/>
              <a:gd name="p0x5" fmla="*/ 2793 w 2793"/>
              <a:gd name="p0y5" fmla="*/ 7627 h 7747"/>
              <a:gd name="p0x6" fmla="*/ 2793 w 2793"/>
              <a:gd name="p0y6" fmla="*/ 7693 h 7747"/>
              <a:gd name="p0x7" fmla="*/ 2739 w 2793"/>
              <a:gd name="p0y7" fmla="*/ 7747 h 7747"/>
              <a:gd name="p0x8" fmla="*/ 2673 w 2793"/>
              <a:gd name="p0y8" fmla="*/ 7747 h 7747"/>
              <a:gd name="p0x9" fmla="*/ 120 w 2793"/>
              <a:gd name="p0y9" fmla="*/ 7747 h 7747"/>
              <a:gd name="p0x10" fmla="*/ 53 w 2793"/>
              <a:gd name="p0y10" fmla="*/ 7747 h 7747"/>
              <a:gd name="p0x11" fmla="*/ 0 w 2793"/>
              <a:gd name="p0y11" fmla="*/ 7693 h 7747"/>
              <a:gd name="p0x12" fmla="*/ 0 w 2793"/>
              <a:gd name="p0y12" fmla="*/ 7627 h 7747"/>
              <a:gd name="p0x13" fmla="*/ 0 w 2793"/>
              <a:gd name="p0y13" fmla="*/ 120 h 7747"/>
              <a:gd name="p0x14" fmla="*/ 0 w 2793"/>
              <a:gd name="p0y14" fmla="*/ 53 h 7747"/>
              <a:gd name="p0x15" fmla="*/ 53 w 2793"/>
              <a:gd name="p0y15" fmla="*/ 0 h 7747"/>
              <a:gd name="p0x16" fmla="*/ 120 w 2793"/>
              <a:gd name="p0y16" fmla="*/ 0 h 7747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16"/>
            </p:custDataLst>
          </p:nvPr>
        </p:nvSpPr>
        <p:spPr>
          <a:xfrm>
            <a:off x="10971914" y="1479232"/>
            <a:ext cx="982113" cy="51339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83000"/>
              </a:lnSpc>
            </a:pPr>
            <a:r>
              <a:rPr sz="3600" b="1" spc="-180">
                <a:solidFill>
                  <a:srgbClr val="4A7B3F">
                    <a:alpha val="50001"/>
                  </a:srgbClr>
                </a:solidFill>
                <a:latin typeface="汉仪正圆-45W" panose="00020600040101010101" charset="-122"/>
                <a:ea typeface="汉仪正圆-45W" panose="00020600040101010101" charset="-122"/>
              </a:rPr>
              <a:t>05</a:t>
            </a:r>
            <a:endParaRPr sz="3600" b="1" spc="-180">
              <a:solidFill>
                <a:srgbClr val="4A7B3F">
                  <a:alpha val="50001"/>
                </a:srgbClr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7"/>
            </p:custDataLst>
          </p:nvPr>
        </p:nvSpPr>
        <p:spPr>
          <a:xfrm>
            <a:off x="962025" y="3130391"/>
            <a:ext cx="10020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规范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962025" y="3492341"/>
            <a:ext cx="1002059" cy="13943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口令如节拍器，步幅</a:t>
            </a:r>
            <a:r>
              <a:rPr lang="en-US"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75</a:t>
            </a:r>
            <a:r>
              <a:rPr lang="zh-CN" altLang="en-US"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厘米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，摆臂至第三颗纽扣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3278534" y="3130391"/>
            <a:ext cx="10020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混乱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3278534" y="3492341"/>
            <a:ext cx="85732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迈错脚、摆臂过大，队伍如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1"/>
            </p:custDataLst>
          </p:nvPr>
        </p:nvSpPr>
        <p:spPr>
          <a:xfrm>
            <a:off x="3282950" y="4354195"/>
            <a:ext cx="847725" cy="238125"/>
          </a:xfrm>
          <a:custGeom>
            <a:avLst/>
            <a:gdLst>
              <a:gd name="sw" fmla="*/ 1 w 1335"/>
              <a:gd name="sh" fmla="*/ 1 h 375"/>
              <a:gd name="mins" fmla="min sw sh"/>
              <a:gd name="dsw" fmla="+- 0 sw mins"/>
              <a:gd name="dsh" fmla="+- 0 sh mins"/>
              <a:gd name="p0x0" fmla="*/ 187 w 1335"/>
              <a:gd name="p0y0" fmla="*/ 0 h 375"/>
              <a:gd name="p0x1" fmla="*/ 1147 w 1335"/>
              <a:gd name="p0y1" fmla="*/ 0 h 375"/>
              <a:gd name="p0x2" fmla="*/ 1251 w 1335"/>
              <a:gd name="p0y2" fmla="*/ 0 h 375"/>
              <a:gd name="p0x3" fmla="*/ 1335 w 1335"/>
              <a:gd name="p0y3" fmla="*/ 83 h 375"/>
              <a:gd name="p0x4" fmla="*/ 1335 w 1335"/>
              <a:gd name="p0y4" fmla="*/ 187 h 375"/>
              <a:gd name="p0x5" fmla="*/ 1335 w 1335"/>
              <a:gd name="p0y5" fmla="*/ 291 h 375"/>
              <a:gd name="p0x6" fmla="*/ 1251 w 1335"/>
              <a:gd name="p0y6" fmla="*/ 375 h 375"/>
              <a:gd name="p0x7" fmla="*/ 1147 w 1335"/>
              <a:gd name="p0y7" fmla="*/ 375 h 375"/>
              <a:gd name="p0x8" fmla="*/ 187 w 1335"/>
              <a:gd name="p0y8" fmla="*/ 375 h 375"/>
              <a:gd name="p0x9" fmla="*/ 83 w 1335"/>
              <a:gd name="p0y9" fmla="*/ 375 h 375"/>
              <a:gd name="p0x10" fmla="*/ 0 w 1335"/>
              <a:gd name="p0y10" fmla="*/ 291 h 375"/>
              <a:gd name="p0x11" fmla="*/ 0 w 1335"/>
              <a:gd name="p0y11" fmla="*/ 187 h 375"/>
              <a:gd name="p0x12" fmla="*/ 0 w 1335"/>
              <a:gd name="p0y12" fmla="*/ 83 h 375"/>
              <a:gd name="p0x13" fmla="*/ 83 w 1335"/>
              <a:gd name="p0y13" fmla="*/ 0 h 375"/>
              <a:gd name="p0x14" fmla="*/ 187 w 133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2"/>
            </p:custDataLst>
          </p:nvPr>
        </p:nvSpPr>
        <p:spPr>
          <a:xfrm>
            <a:off x="3402359" y="4388558"/>
            <a:ext cx="7620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</a:rPr>
              <a:t>波浪起伏</a:t>
            </a:r>
            <a:endParaRPr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3"/>
            </p:custDataLst>
          </p:nvPr>
        </p:nvSpPr>
        <p:spPr>
          <a:xfrm>
            <a:off x="5595042" y="3130391"/>
            <a:ext cx="10020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觉察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5595042" y="3492341"/>
            <a:ext cx="1002059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单排演练，他慢半拍，整排皆乱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5"/>
            </p:custDataLst>
          </p:nvPr>
        </p:nvSpPr>
        <p:spPr>
          <a:xfrm>
            <a:off x="7911550" y="3130391"/>
            <a:ext cx="10020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磨合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6"/>
            </p:custDataLst>
          </p:nvPr>
        </p:nvSpPr>
        <p:spPr>
          <a:xfrm>
            <a:off x="7911550" y="3492341"/>
            <a:ext cx="857326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反复练习，参差脚步声渐归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7"/>
            </p:custDataLst>
          </p:nvPr>
        </p:nvSpPr>
        <p:spPr>
          <a:xfrm>
            <a:off x="8258810" y="4079875"/>
            <a:ext cx="542925" cy="238125"/>
          </a:xfrm>
          <a:custGeom>
            <a:avLst/>
            <a:gdLst>
              <a:gd name="sw" fmla="*/ 1 w 855"/>
              <a:gd name="sh" fmla="*/ 1 h 375"/>
              <a:gd name="mins" fmla="min sw sh"/>
              <a:gd name="dsw" fmla="+- 0 sw mins"/>
              <a:gd name="dsh" fmla="+- 0 sh mins"/>
              <a:gd name="p0x0" fmla="*/ 187 w 855"/>
              <a:gd name="p0y0" fmla="*/ 0 h 375"/>
              <a:gd name="p0x1" fmla="*/ 667 w 855"/>
              <a:gd name="p0y1" fmla="*/ 0 h 375"/>
              <a:gd name="p0x2" fmla="*/ 771 w 855"/>
              <a:gd name="p0y2" fmla="*/ 0 h 375"/>
              <a:gd name="p0x3" fmla="*/ 855 w 855"/>
              <a:gd name="p0y3" fmla="*/ 83 h 375"/>
              <a:gd name="p0x4" fmla="*/ 855 w 855"/>
              <a:gd name="p0y4" fmla="*/ 187 h 375"/>
              <a:gd name="p0x5" fmla="*/ 855 w 855"/>
              <a:gd name="p0y5" fmla="*/ 291 h 375"/>
              <a:gd name="p0x6" fmla="*/ 771 w 855"/>
              <a:gd name="p0y6" fmla="*/ 375 h 375"/>
              <a:gd name="p0x7" fmla="*/ 667 w 855"/>
              <a:gd name="p0y7" fmla="*/ 375 h 375"/>
              <a:gd name="p0x8" fmla="*/ 187 w 855"/>
              <a:gd name="p0y8" fmla="*/ 375 h 375"/>
              <a:gd name="p0x9" fmla="*/ 83 w 855"/>
              <a:gd name="p0y9" fmla="*/ 375 h 375"/>
              <a:gd name="p0x10" fmla="*/ 0 w 855"/>
              <a:gd name="p0y10" fmla="*/ 291 h 375"/>
              <a:gd name="p0x11" fmla="*/ 0 w 855"/>
              <a:gd name="p0y11" fmla="*/ 187 h 375"/>
              <a:gd name="p0x12" fmla="*/ 0 w 855"/>
              <a:gd name="p0y12" fmla="*/ 83 h 375"/>
              <a:gd name="p0x13" fmla="*/ 83 w 855"/>
              <a:gd name="p0y13" fmla="*/ 0 h 375"/>
              <a:gd name="p0x14" fmla="*/ 187 w 85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4A7B3F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8"/>
            </p:custDataLst>
          </p:nvPr>
        </p:nvSpPr>
        <p:spPr>
          <a:xfrm>
            <a:off x="8378352" y="4114267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</a:rPr>
              <a:t>整齐</a:t>
            </a:r>
            <a:endParaRPr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9"/>
            </p:custDataLst>
          </p:nvPr>
        </p:nvSpPr>
        <p:spPr>
          <a:xfrm>
            <a:off x="10228069" y="3130391"/>
            <a:ext cx="100205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合一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0"/>
            </p:custDataLst>
          </p:nvPr>
        </p:nvSpPr>
        <p:spPr>
          <a:xfrm>
            <a:off x="10228069" y="3492341"/>
            <a:ext cx="1002059" cy="139434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脚步落地合成一个声音，集体成就感超越个人突破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正步走：每一步都掷地有声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280160"/>
            <a:ext cx="7501013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有点样子了</a:t>
            </a:r>
            <a:r>
              <a:rPr lang="en-US" altLang="zh-CN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"——</a:t>
            </a:r>
            <a:r>
              <a:rPr lang="zh-CN" alt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全连正步声终于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踩在一个点上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，教官罕见地露出微笑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1966595"/>
            <a:ext cx="3546475" cy="4505325"/>
          </a:xfrm>
          <a:custGeom>
            <a:avLst/>
            <a:gdLst>
              <a:gd name="sw" fmla="*/ 1 w 5585"/>
              <a:gd name="sh" fmla="*/ 1 h 7095"/>
              <a:gd name="mins" fmla="min sw sh"/>
              <a:gd name="dsw" fmla="+- 0 sw mins"/>
              <a:gd name="dsh" fmla="+- 0 sh mins"/>
              <a:gd name="p0x0" fmla="*/ 120 w 5585"/>
              <a:gd name="p0y0" fmla="*/ 0 h 7095"/>
              <a:gd name="p0x1" fmla="*/ 5465 w 5585"/>
              <a:gd name="p0y1" fmla="*/ 0 h 7095"/>
              <a:gd name="p0x2" fmla="*/ 5531 w 5585"/>
              <a:gd name="p0y2" fmla="*/ 0 h 7095"/>
              <a:gd name="p0x3" fmla="*/ 5585 w 5585"/>
              <a:gd name="p0y3" fmla="*/ 53 h 7095"/>
              <a:gd name="p0x4" fmla="*/ 5585 w 5585"/>
              <a:gd name="p0y4" fmla="*/ 120 h 7095"/>
              <a:gd name="p0x5" fmla="*/ 5585 w 5585"/>
              <a:gd name="p0y5" fmla="*/ 6975 h 7095"/>
              <a:gd name="p0x6" fmla="*/ 5585 w 5585"/>
              <a:gd name="p0y6" fmla="*/ 7041 h 7095"/>
              <a:gd name="p0x7" fmla="*/ 5531 w 5585"/>
              <a:gd name="p0y7" fmla="*/ 7095 h 7095"/>
              <a:gd name="p0x8" fmla="*/ 5465 w 5585"/>
              <a:gd name="p0y8" fmla="*/ 7095 h 7095"/>
              <a:gd name="p0x9" fmla="*/ 120 w 5585"/>
              <a:gd name="p0y9" fmla="*/ 7095 h 7095"/>
              <a:gd name="p0x10" fmla="*/ 53 w 5585"/>
              <a:gd name="p0y10" fmla="*/ 7095 h 7095"/>
              <a:gd name="p0x11" fmla="*/ 0 w 5585"/>
              <a:gd name="p0y11" fmla="*/ 7041 h 7095"/>
              <a:gd name="p0x12" fmla="*/ 0 w 5585"/>
              <a:gd name="p0y12" fmla="*/ 6975 h 7095"/>
              <a:gd name="p0x13" fmla="*/ 0 w 5585"/>
              <a:gd name="p0y13" fmla="*/ 120 h 7095"/>
              <a:gd name="p0x14" fmla="*/ 0 w 5585"/>
              <a:gd name="p0y14" fmla="*/ 53 h 7095"/>
              <a:gd name="p0x15" fmla="*/ 53 w 5585"/>
              <a:gd name="p0y15" fmla="*/ 0 h 7095"/>
              <a:gd name="p0x16" fmla="*/ 120 w 558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2979420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标准</a:t>
            </a:r>
            <a:r>
              <a:rPr lang="en-US" altLang="zh-CN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 · </a:t>
            </a:r>
            <a:r>
              <a:rPr lang="zh-CN" altLang="en-US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震撼</a:t>
            </a:r>
            <a:endParaRPr lang="zh-CN" altLang="en-US"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340487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任意多边形 9"/>
          <p:cNvSpPr/>
          <p:nvPr>
            <p:custDataLst>
              <p:tags r:id="rId7"/>
            </p:custDataLst>
          </p:nvPr>
        </p:nvSpPr>
        <p:spPr>
          <a:xfrm>
            <a:off x="771525" y="36563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8"/>
            </p:custDataLst>
          </p:nvPr>
        </p:nvSpPr>
        <p:spPr>
          <a:xfrm>
            <a:off x="904875" y="3532822"/>
            <a:ext cx="205747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脚掌砸地的声音清脆有力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9"/>
            </p:custDataLst>
          </p:nvPr>
        </p:nvSpPr>
        <p:spPr>
          <a:xfrm>
            <a:off x="771525" y="42849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0"/>
            </p:custDataLst>
          </p:nvPr>
        </p:nvSpPr>
        <p:spPr>
          <a:xfrm>
            <a:off x="904875" y="4161472"/>
            <a:ext cx="3022625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抬腿</a:t>
            </a:r>
            <a:r>
              <a:rPr lang="en-US"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25</a:t>
            </a:r>
            <a:r>
              <a:rPr lang="zh-CN" altLang="en-US"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厘米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、绷直脚尖、上半身保持不动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1"/>
            </p:custDataLst>
          </p:nvPr>
        </p:nvSpPr>
        <p:spPr>
          <a:xfrm>
            <a:off x="771525" y="49136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904875" y="4790122"/>
            <a:ext cx="2907954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每个分解动作都是对</a:t>
            </a:r>
            <a:r>
              <a:rPr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核心力量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的考验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3"/>
            </p:custDataLst>
          </p:nvPr>
        </p:nvSpPr>
        <p:spPr>
          <a:xfrm>
            <a:off x="775970" y="5200650"/>
            <a:ext cx="542925" cy="238125"/>
          </a:xfrm>
          <a:custGeom>
            <a:avLst/>
            <a:gdLst>
              <a:gd name="sw" fmla="*/ 1 w 855"/>
              <a:gd name="sh" fmla="*/ 1 h 375"/>
              <a:gd name="mins" fmla="min sw sh"/>
              <a:gd name="dsw" fmla="+- 0 sw mins"/>
              <a:gd name="dsh" fmla="+- 0 sh mins"/>
              <a:gd name="p0x0" fmla="*/ 187 w 855"/>
              <a:gd name="p0y0" fmla="*/ 0 h 375"/>
              <a:gd name="p0x1" fmla="*/ 667 w 855"/>
              <a:gd name="p0y1" fmla="*/ 0 h 375"/>
              <a:gd name="p0x2" fmla="*/ 771 w 855"/>
              <a:gd name="p0y2" fmla="*/ 0 h 375"/>
              <a:gd name="p0x3" fmla="*/ 855 w 855"/>
              <a:gd name="p0y3" fmla="*/ 83 h 375"/>
              <a:gd name="p0x4" fmla="*/ 855 w 855"/>
              <a:gd name="p0y4" fmla="*/ 187 h 375"/>
              <a:gd name="p0x5" fmla="*/ 855 w 855"/>
              <a:gd name="p0y5" fmla="*/ 291 h 375"/>
              <a:gd name="p0x6" fmla="*/ 771 w 855"/>
              <a:gd name="p0y6" fmla="*/ 375 h 375"/>
              <a:gd name="p0x7" fmla="*/ 667 w 855"/>
              <a:gd name="p0y7" fmla="*/ 375 h 375"/>
              <a:gd name="p0x8" fmla="*/ 187 w 855"/>
              <a:gd name="p0y8" fmla="*/ 375 h 375"/>
              <a:gd name="p0x9" fmla="*/ 83 w 855"/>
              <a:gd name="p0y9" fmla="*/ 375 h 375"/>
              <a:gd name="p0x10" fmla="*/ 0 w 855"/>
              <a:gd name="p0y10" fmla="*/ 291 h 375"/>
              <a:gd name="p0x11" fmla="*/ 0 w 855"/>
              <a:gd name="p0y11" fmla="*/ 187 h 375"/>
              <a:gd name="p0x12" fmla="*/ 0 w 855"/>
              <a:gd name="p0y12" fmla="*/ 83 h 375"/>
              <a:gd name="p0x13" fmla="*/ 83 w 855"/>
              <a:gd name="p0y13" fmla="*/ 0 h 375"/>
              <a:gd name="p0x14" fmla="*/ 187 w 85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895350" y="5234940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</a:rPr>
              <a:t>震撼</a:t>
            </a:r>
            <a:endParaRPr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5"/>
            </p:custDataLst>
          </p:nvPr>
        </p:nvSpPr>
        <p:spPr>
          <a:xfrm>
            <a:off x="1404620" y="5200650"/>
            <a:ext cx="733425" cy="238125"/>
          </a:xfrm>
          <a:custGeom>
            <a:avLst/>
            <a:gdLst>
              <a:gd name="sw" fmla="*/ 1 w 1154"/>
              <a:gd name="sh" fmla="*/ 1 h 375"/>
              <a:gd name="mins" fmla="min sw sh"/>
              <a:gd name="dsw" fmla="+- 0 sw mins"/>
              <a:gd name="dsh" fmla="+- 0 sh mins"/>
              <a:gd name="p0x0" fmla="*/ 187 w 1154"/>
              <a:gd name="p0y0" fmla="*/ 0 h 375"/>
              <a:gd name="p0x1" fmla="*/ 967 w 1154"/>
              <a:gd name="p0y1" fmla="*/ 0 h 375"/>
              <a:gd name="p0x2" fmla="*/ 1070 w 1154"/>
              <a:gd name="p0y2" fmla="*/ 0 h 375"/>
              <a:gd name="p0x3" fmla="*/ 1154 w 1154"/>
              <a:gd name="p0y3" fmla="*/ 83 h 375"/>
              <a:gd name="p0x4" fmla="*/ 1154 w 1154"/>
              <a:gd name="p0y4" fmla="*/ 187 h 375"/>
              <a:gd name="p0x5" fmla="*/ 1154 w 1154"/>
              <a:gd name="p0y5" fmla="*/ 291 h 375"/>
              <a:gd name="p0x6" fmla="*/ 1070 w 1154"/>
              <a:gd name="p0y6" fmla="*/ 375 h 375"/>
              <a:gd name="p0x7" fmla="*/ 967 w 1154"/>
              <a:gd name="p0y7" fmla="*/ 375 h 375"/>
              <a:gd name="p0x8" fmla="*/ 187 w 1154"/>
              <a:gd name="p0y8" fmla="*/ 375 h 375"/>
              <a:gd name="p0x9" fmla="*/ 83 w 1154"/>
              <a:gd name="p0y9" fmla="*/ 375 h 375"/>
              <a:gd name="p0x10" fmla="*/ 0 w 1154"/>
              <a:gd name="p0y10" fmla="*/ 291 h 375"/>
              <a:gd name="p0x11" fmla="*/ 0 w 1154"/>
              <a:gd name="p0y11" fmla="*/ 187 h 375"/>
              <a:gd name="p0x12" fmla="*/ 0 w 1154"/>
              <a:gd name="p0y12" fmla="*/ 83 h 375"/>
              <a:gd name="p0x13" fmla="*/ 83 w 1154"/>
              <a:gd name="p0y13" fmla="*/ 0 h 375"/>
              <a:gd name="p0x14" fmla="*/ 187 w 1154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16"/>
            </p:custDataLst>
          </p:nvPr>
        </p:nvSpPr>
        <p:spPr>
          <a:xfrm>
            <a:off x="1524076" y="5234940"/>
            <a:ext cx="64740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25</a:t>
            </a:r>
            <a:r>
              <a:rPr lang="zh-CN"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厘米</a:t>
            </a:r>
            <a:endParaRPr lang="zh-CN"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20" name="任意多边形 19"/>
          <p:cNvSpPr/>
          <p:nvPr>
            <p:custDataLst>
              <p:tags r:id="rId17"/>
            </p:custDataLst>
          </p:nvPr>
        </p:nvSpPr>
        <p:spPr>
          <a:xfrm>
            <a:off x="4322445" y="1966595"/>
            <a:ext cx="3546475" cy="4505325"/>
          </a:xfrm>
          <a:custGeom>
            <a:avLst/>
            <a:gdLst>
              <a:gd name="sw" fmla="*/ 1 w 5585"/>
              <a:gd name="sh" fmla="*/ 1 h 7095"/>
              <a:gd name="mins" fmla="min sw sh"/>
              <a:gd name="dsw" fmla="+- 0 sw mins"/>
              <a:gd name="dsh" fmla="+- 0 sh mins"/>
              <a:gd name="p0x0" fmla="*/ 120 w 5585"/>
              <a:gd name="p0y0" fmla="*/ 0 h 7095"/>
              <a:gd name="p0x1" fmla="*/ 5465 w 5585"/>
              <a:gd name="p0y1" fmla="*/ 0 h 7095"/>
              <a:gd name="p0x2" fmla="*/ 5531 w 5585"/>
              <a:gd name="p0y2" fmla="*/ 0 h 7095"/>
              <a:gd name="p0x3" fmla="*/ 5585 w 5585"/>
              <a:gd name="p0y3" fmla="*/ 53 h 7095"/>
              <a:gd name="p0x4" fmla="*/ 5585 w 5585"/>
              <a:gd name="p0y4" fmla="*/ 120 h 7095"/>
              <a:gd name="p0x5" fmla="*/ 5585 w 5585"/>
              <a:gd name="p0y5" fmla="*/ 6975 h 7095"/>
              <a:gd name="p0x6" fmla="*/ 5585 w 5585"/>
              <a:gd name="p0y6" fmla="*/ 7041 h 7095"/>
              <a:gd name="p0x7" fmla="*/ 5531 w 5585"/>
              <a:gd name="p0y7" fmla="*/ 7095 h 7095"/>
              <a:gd name="p0x8" fmla="*/ 5465 w 5585"/>
              <a:gd name="p0y8" fmla="*/ 7095 h 7095"/>
              <a:gd name="p0x9" fmla="*/ 120 w 5585"/>
              <a:gd name="p0y9" fmla="*/ 7095 h 7095"/>
              <a:gd name="p0x10" fmla="*/ 53 w 5585"/>
              <a:gd name="p0y10" fmla="*/ 7095 h 7095"/>
              <a:gd name="p0x11" fmla="*/ 0 w 5585"/>
              <a:gd name="p0y11" fmla="*/ 7041 h 7095"/>
              <a:gd name="p0x12" fmla="*/ 0 w 5585"/>
              <a:gd name="p0y12" fmla="*/ 6975 h 7095"/>
              <a:gd name="p0x13" fmla="*/ 0 w 5585"/>
              <a:gd name="p0y13" fmla="*/ 120 h 7095"/>
              <a:gd name="p0x14" fmla="*/ 0 w 5585"/>
              <a:gd name="p0y14" fmla="*/ 53 h 7095"/>
              <a:gd name="p0x15" fmla="*/ 53 w 5585"/>
              <a:gd name="p0y15" fmla="*/ 0 h 7095"/>
              <a:gd name="p0x16" fmla="*/ 120 w 558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>
            <p:custDataLst>
              <p:tags r:id="rId18"/>
            </p:custDataLst>
          </p:nvPr>
        </p:nvSpPr>
        <p:spPr>
          <a:xfrm>
            <a:off x="4518051" y="2979420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坚持</a:t>
            </a:r>
            <a:r>
              <a:rPr lang="en-US" altLang="zh-CN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 · </a:t>
            </a:r>
            <a:r>
              <a:rPr lang="zh-CN" altLang="en-US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温暖</a:t>
            </a:r>
            <a:endParaRPr lang="zh-CN" altLang="en-US"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4518025" y="340487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0"/>
            </p:custDataLst>
          </p:nvPr>
        </p:nvSpPr>
        <p:spPr>
          <a:xfrm>
            <a:off x="4518025" y="36563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4651401" y="3532822"/>
            <a:ext cx="302262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教官喊</a:t>
            </a:r>
            <a:r>
              <a:rPr lang="en-US" altLang="zh-CN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分解动作，一！</a:t>
            </a:r>
            <a:r>
              <a:rPr lang="en-US" altLang="zh-CN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所有人保持抬腿姿势</a:t>
            </a:r>
            <a:endParaRPr lang="zh-CN" altLang="en-US"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2"/>
            </p:custDataLst>
          </p:nvPr>
        </p:nvSpPr>
        <p:spPr>
          <a:xfrm>
            <a:off x="4518025" y="42849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3"/>
            </p:custDataLst>
          </p:nvPr>
        </p:nvSpPr>
        <p:spPr>
          <a:xfrm>
            <a:off x="4651401" y="4161472"/>
            <a:ext cx="2780709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30</a:t>
            </a:r>
            <a:r>
              <a:rPr lang="zh-CN"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秒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后腿开始发抖，但没有人放下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4"/>
            </p:custDataLst>
          </p:nvPr>
        </p:nvSpPr>
        <p:spPr>
          <a:xfrm>
            <a:off x="4518025" y="49136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4651401" y="4790122"/>
            <a:ext cx="2736428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相互鼓励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成了训练中最温暖的力量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4522470" y="5200650"/>
            <a:ext cx="542925" cy="238125"/>
          </a:xfrm>
          <a:custGeom>
            <a:avLst/>
            <a:gdLst>
              <a:gd name="sw" fmla="*/ 1 w 855"/>
              <a:gd name="sh" fmla="*/ 1 h 375"/>
              <a:gd name="mins" fmla="min sw sh"/>
              <a:gd name="dsw" fmla="+- 0 sw mins"/>
              <a:gd name="dsh" fmla="+- 0 sh mins"/>
              <a:gd name="p0x0" fmla="*/ 187 w 855"/>
              <a:gd name="p0y0" fmla="*/ 0 h 375"/>
              <a:gd name="p0x1" fmla="*/ 667 w 855"/>
              <a:gd name="p0y1" fmla="*/ 0 h 375"/>
              <a:gd name="p0x2" fmla="*/ 771 w 855"/>
              <a:gd name="p0y2" fmla="*/ 0 h 375"/>
              <a:gd name="p0x3" fmla="*/ 855 w 855"/>
              <a:gd name="p0y3" fmla="*/ 83 h 375"/>
              <a:gd name="p0x4" fmla="*/ 855 w 855"/>
              <a:gd name="p0y4" fmla="*/ 187 h 375"/>
              <a:gd name="p0x5" fmla="*/ 855 w 855"/>
              <a:gd name="p0y5" fmla="*/ 291 h 375"/>
              <a:gd name="p0x6" fmla="*/ 771 w 855"/>
              <a:gd name="p0y6" fmla="*/ 375 h 375"/>
              <a:gd name="p0x7" fmla="*/ 667 w 855"/>
              <a:gd name="p0y7" fmla="*/ 375 h 375"/>
              <a:gd name="p0x8" fmla="*/ 187 w 855"/>
              <a:gd name="p0y8" fmla="*/ 375 h 375"/>
              <a:gd name="p0x9" fmla="*/ 83 w 855"/>
              <a:gd name="p0y9" fmla="*/ 375 h 375"/>
              <a:gd name="p0x10" fmla="*/ 0 w 855"/>
              <a:gd name="p0y10" fmla="*/ 291 h 375"/>
              <a:gd name="p0x11" fmla="*/ 0 w 855"/>
              <a:gd name="p0y11" fmla="*/ 187 h 375"/>
              <a:gd name="p0x12" fmla="*/ 0 w 855"/>
              <a:gd name="p0y12" fmla="*/ 83 h 375"/>
              <a:gd name="p0x13" fmla="*/ 83 w 855"/>
              <a:gd name="p0y13" fmla="*/ 0 h 375"/>
              <a:gd name="p0x14" fmla="*/ 187 w 85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4641876" y="5234940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</a:rPr>
              <a:t>坚持</a:t>
            </a:r>
            <a:endParaRPr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8"/>
            </p:custDataLst>
          </p:nvPr>
        </p:nvSpPr>
        <p:spPr>
          <a:xfrm>
            <a:off x="5151120" y="5200650"/>
            <a:ext cx="581025" cy="238125"/>
          </a:xfrm>
          <a:custGeom>
            <a:avLst/>
            <a:gdLst>
              <a:gd name="sw" fmla="*/ 1 w 914"/>
              <a:gd name="sh" fmla="*/ 1 h 375"/>
              <a:gd name="mins" fmla="min sw sh"/>
              <a:gd name="dsw" fmla="+- 0 sw mins"/>
              <a:gd name="dsh" fmla="+- 0 sh mins"/>
              <a:gd name="p0x0" fmla="*/ 187 w 914"/>
              <a:gd name="p0y0" fmla="*/ 0 h 375"/>
              <a:gd name="p0x1" fmla="*/ 727 w 914"/>
              <a:gd name="p0y1" fmla="*/ 0 h 375"/>
              <a:gd name="p0x2" fmla="*/ 830 w 914"/>
              <a:gd name="p0y2" fmla="*/ 0 h 375"/>
              <a:gd name="p0x3" fmla="*/ 914 w 914"/>
              <a:gd name="p0y3" fmla="*/ 83 h 375"/>
              <a:gd name="p0x4" fmla="*/ 914 w 914"/>
              <a:gd name="p0y4" fmla="*/ 187 h 375"/>
              <a:gd name="p0x5" fmla="*/ 914 w 914"/>
              <a:gd name="p0y5" fmla="*/ 291 h 375"/>
              <a:gd name="p0x6" fmla="*/ 830 w 914"/>
              <a:gd name="p0y6" fmla="*/ 375 h 375"/>
              <a:gd name="p0x7" fmla="*/ 727 w 914"/>
              <a:gd name="p0y7" fmla="*/ 375 h 375"/>
              <a:gd name="p0x8" fmla="*/ 187 w 914"/>
              <a:gd name="p0y8" fmla="*/ 375 h 375"/>
              <a:gd name="p0x9" fmla="*/ 83 w 914"/>
              <a:gd name="p0y9" fmla="*/ 375 h 375"/>
              <a:gd name="p0x10" fmla="*/ 0 w 914"/>
              <a:gd name="p0y10" fmla="*/ 291 h 375"/>
              <a:gd name="p0x11" fmla="*/ 0 w 914"/>
              <a:gd name="p0y11" fmla="*/ 187 h 375"/>
              <a:gd name="p0x12" fmla="*/ 0 w 914"/>
              <a:gd name="p0y12" fmla="*/ 83 h 375"/>
              <a:gd name="p0x13" fmla="*/ 83 w 914"/>
              <a:gd name="p0y13" fmla="*/ 0 h 375"/>
              <a:gd name="p0x14" fmla="*/ 187 w 914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29"/>
            </p:custDataLst>
          </p:nvPr>
        </p:nvSpPr>
        <p:spPr>
          <a:xfrm>
            <a:off x="5270602" y="5234940"/>
            <a:ext cx="495005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lang="en-US"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30</a:t>
            </a:r>
            <a:r>
              <a:rPr lang="zh-CN"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秒</a:t>
            </a:r>
            <a:endParaRPr lang="zh-CN"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33" name="任意多边形 32"/>
          <p:cNvSpPr/>
          <p:nvPr>
            <p:custDataLst>
              <p:tags r:id="rId30"/>
            </p:custDataLst>
          </p:nvPr>
        </p:nvSpPr>
        <p:spPr>
          <a:xfrm>
            <a:off x="8068945" y="1966595"/>
            <a:ext cx="3546475" cy="4505325"/>
          </a:xfrm>
          <a:custGeom>
            <a:avLst/>
            <a:gdLst>
              <a:gd name="sw" fmla="*/ 1 w 5585"/>
              <a:gd name="sh" fmla="*/ 1 h 7095"/>
              <a:gd name="mins" fmla="min sw sh"/>
              <a:gd name="dsw" fmla="+- 0 sw mins"/>
              <a:gd name="dsh" fmla="+- 0 sh mins"/>
              <a:gd name="p0x0" fmla="*/ 120 w 5585"/>
              <a:gd name="p0y0" fmla="*/ 0 h 7095"/>
              <a:gd name="p0x1" fmla="*/ 5465 w 5585"/>
              <a:gd name="p0y1" fmla="*/ 0 h 7095"/>
              <a:gd name="p0x2" fmla="*/ 5531 w 5585"/>
              <a:gd name="p0y2" fmla="*/ 0 h 7095"/>
              <a:gd name="p0x3" fmla="*/ 5585 w 5585"/>
              <a:gd name="p0y3" fmla="*/ 53 h 7095"/>
              <a:gd name="p0x4" fmla="*/ 5585 w 5585"/>
              <a:gd name="p0y4" fmla="*/ 120 h 7095"/>
              <a:gd name="p0x5" fmla="*/ 5585 w 5585"/>
              <a:gd name="p0y5" fmla="*/ 6975 h 7095"/>
              <a:gd name="p0x6" fmla="*/ 5585 w 5585"/>
              <a:gd name="p0y6" fmla="*/ 7041 h 7095"/>
              <a:gd name="p0x7" fmla="*/ 5531 w 5585"/>
              <a:gd name="p0y7" fmla="*/ 7095 h 7095"/>
              <a:gd name="p0x8" fmla="*/ 5465 w 5585"/>
              <a:gd name="p0y8" fmla="*/ 7095 h 7095"/>
              <a:gd name="p0x9" fmla="*/ 120 w 5585"/>
              <a:gd name="p0y9" fmla="*/ 7095 h 7095"/>
              <a:gd name="p0x10" fmla="*/ 53 w 5585"/>
              <a:gd name="p0y10" fmla="*/ 7095 h 7095"/>
              <a:gd name="p0x11" fmla="*/ 0 w 5585"/>
              <a:gd name="p0y11" fmla="*/ 7041 h 7095"/>
              <a:gd name="p0x12" fmla="*/ 0 w 5585"/>
              <a:gd name="p0y12" fmla="*/ 6975 h 7095"/>
              <a:gd name="p0x13" fmla="*/ 0 w 5585"/>
              <a:gd name="p0y13" fmla="*/ 120 h 7095"/>
              <a:gd name="p0x14" fmla="*/ 0 w 5585"/>
              <a:gd name="p0y14" fmla="*/ 53 h 7095"/>
              <a:gd name="p0x15" fmla="*/ 53 w 5585"/>
              <a:gd name="p0y15" fmla="*/ 0 h 7095"/>
              <a:gd name="p0x16" fmla="*/ 120 w 5585"/>
              <a:gd name="p0y16" fmla="*/ 0 h 7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8264576" y="2979420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凝聚</a:t>
            </a:r>
            <a:r>
              <a:rPr lang="en-US" altLang="zh-CN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 · </a:t>
            </a:r>
            <a:r>
              <a:rPr lang="zh-CN" altLang="en-US"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认可</a:t>
            </a:r>
            <a:endParaRPr lang="zh-CN" altLang="en-US"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2"/>
            </p:custDataLst>
          </p:nvPr>
        </p:nvSpPr>
        <p:spPr>
          <a:xfrm>
            <a:off x="8264525" y="340487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任意多边形 35"/>
          <p:cNvSpPr/>
          <p:nvPr>
            <p:custDataLst>
              <p:tags r:id="rId33"/>
            </p:custDataLst>
          </p:nvPr>
        </p:nvSpPr>
        <p:spPr>
          <a:xfrm>
            <a:off x="8264525" y="365633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34"/>
            </p:custDataLst>
          </p:nvPr>
        </p:nvSpPr>
        <p:spPr>
          <a:xfrm>
            <a:off x="8397926" y="3532822"/>
            <a:ext cx="3022625" cy="5714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全连正步声终于</a:t>
            </a:r>
            <a:r>
              <a:rPr sz="1350" b="1" spc="-13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踩在一个点上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，整齐划一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35"/>
            </p:custDataLst>
          </p:nvPr>
        </p:nvSpPr>
        <p:spPr>
          <a:xfrm>
            <a:off x="8264525" y="4284980"/>
            <a:ext cx="57150" cy="57150"/>
          </a:xfrm>
          <a:custGeom>
            <a:avLst/>
            <a:gdLst>
              <a:gd name="sw" fmla="*/ 1 w 90"/>
              <a:gd name="sh" fmla="*/ 1 h 90"/>
              <a:gd name="mins" fmla="min sw sh"/>
              <a:gd name="dsw" fmla="+- 0 sw mins"/>
              <a:gd name="dsh" fmla="+- 0 sh mins"/>
              <a:gd name="p0x0" fmla="*/ 45 w 90"/>
              <a:gd name="p0y0" fmla="*/ 0 h 90"/>
              <a:gd name="p0x1" fmla="*/ 69 w 90"/>
              <a:gd name="p0y1" fmla="*/ 0 h 90"/>
              <a:gd name="p0x2" fmla="*/ 90 w 90"/>
              <a:gd name="p0y2" fmla="*/ 20 h 90"/>
              <a:gd name="p0x3" fmla="*/ 90 w 90"/>
              <a:gd name="p0y3" fmla="*/ 45 h 90"/>
              <a:gd name="p0x4" fmla="*/ 90 w 90"/>
              <a:gd name="p0y4" fmla="*/ 69 h 90"/>
              <a:gd name="p0x5" fmla="*/ 69 w 90"/>
              <a:gd name="p0y5" fmla="*/ 90 h 90"/>
              <a:gd name="p0x6" fmla="*/ 45 w 90"/>
              <a:gd name="p0y6" fmla="*/ 90 h 90"/>
              <a:gd name="p0x7" fmla="*/ 20 w 90"/>
              <a:gd name="p0y7" fmla="*/ 90 h 90"/>
              <a:gd name="p0x8" fmla="*/ 0 w 90"/>
              <a:gd name="p0y8" fmla="*/ 69 h 90"/>
              <a:gd name="p0x9" fmla="*/ 0 w 90"/>
              <a:gd name="p0y9" fmla="*/ 45 h 90"/>
              <a:gd name="p0x10" fmla="*/ 0 w 90"/>
              <a:gd name="p0y10" fmla="*/ 20 h 90"/>
              <a:gd name="p0x11" fmla="*/ 20 w 90"/>
              <a:gd name="p0y11" fmla="*/ 0 h 90"/>
              <a:gd name="p0x12" fmla="*/ 45 w 90"/>
              <a:gd name="p0y12" fmla="*/ 0 h 9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5A6A5A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>
            <p:custDataLst>
              <p:tags r:id="rId36"/>
            </p:custDataLst>
          </p:nvPr>
        </p:nvSpPr>
        <p:spPr>
          <a:xfrm>
            <a:off x="8397926" y="4161472"/>
            <a:ext cx="2882427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教官罕见地露出微笑：</a:t>
            </a:r>
            <a:r>
              <a:rPr lang="en-US" altLang="zh-CN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有点样子了</a:t>
            </a:r>
            <a:r>
              <a:rPr lang="en-US" altLang="zh-CN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endParaRPr lang="en-US" altLang="zh-CN"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37"/>
            </p:custDataLst>
          </p:nvPr>
        </p:nvSpPr>
        <p:spPr>
          <a:xfrm>
            <a:off x="8268970" y="5200650"/>
            <a:ext cx="542925" cy="238125"/>
          </a:xfrm>
          <a:custGeom>
            <a:avLst/>
            <a:gdLst>
              <a:gd name="sw" fmla="*/ 1 w 855"/>
              <a:gd name="sh" fmla="*/ 1 h 375"/>
              <a:gd name="mins" fmla="min sw sh"/>
              <a:gd name="dsw" fmla="+- 0 sw mins"/>
              <a:gd name="dsh" fmla="+- 0 sh mins"/>
              <a:gd name="p0x0" fmla="*/ 187 w 855"/>
              <a:gd name="p0y0" fmla="*/ 0 h 375"/>
              <a:gd name="p0x1" fmla="*/ 667 w 855"/>
              <a:gd name="p0y1" fmla="*/ 0 h 375"/>
              <a:gd name="p0x2" fmla="*/ 771 w 855"/>
              <a:gd name="p0y2" fmla="*/ 0 h 375"/>
              <a:gd name="p0x3" fmla="*/ 855 w 855"/>
              <a:gd name="p0y3" fmla="*/ 83 h 375"/>
              <a:gd name="p0x4" fmla="*/ 855 w 855"/>
              <a:gd name="p0y4" fmla="*/ 187 h 375"/>
              <a:gd name="p0x5" fmla="*/ 855 w 855"/>
              <a:gd name="p0y5" fmla="*/ 291 h 375"/>
              <a:gd name="p0x6" fmla="*/ 771 w 855"/>
              <a:gd name="p0y6" fmla="*/ 375 h 375"/>
              <a:gd name="p0x7" fmla="*/ 667 w 855"/>
              <a:gd name="p0y7" fmla="*/ 375 h 375"/>
              <a:gd name="p0x8" fmla="*/ 187 w 855"/>
              <a:gd name="p0y8" fmla="*/ 375 h 375"/>
              <a:gd name="p0x9" fmla="*/ 83 w 855"/>
              <a:gd name="p0y9" fmla="*/ 375 h 375"/>
              <a:gd name="p0x10" fmla="*/ 0 w 855"/>
              <a:gd name="p0y10" fmla="*/ 291 h 375"/>
              <a:gd name="p0x11" fmla="*/ 0 w 855"/>
              <a:gd name="p0y11" fmla="*/ 187 h 375"/>
              <a:gd name="p0x12" fmla="*/ 0 w 855"/>
              <a:gd name="p0y12" fmla="*/ 83 h 375"/>
              <a:gd name="p0x13" fmla="*/ 83 w 855"/>
              <a:gd name="p0y13" fmla="*/ 0 h 375"/>
              <a:gd name="p0x14" fmla="*/ 187 w 85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>
            <p:custDataLst>
              <p:tags r:id="rId38"/>
            </p:custDataLst>
          </p:nvPr>
        </p:nvSpPr>
        <p:spPr>
          <a:xfrm>
            <a:off x="8388401" y="5234940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</a:rPr>
              <a:t>凝聚</a:t>
            </a:r>
            <a:endParaRPr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39"/>
            </p:custDataLst>
          </p:nvPr>
        </p:nvSpPr>
        <p:spPr>
          <a:xfrm>
            <a:off x="8897620" y="5200650"/>
            <a:ext cx="542925" cy="238125"/>
          </a:xfrm>
          <a:custGeom>
            <a:avLst/>
            <a:gdLst>
              <a:gd name="sw" fmla="*/ 1 w 855"/>
              <a:gd name="sh" fmla="*/ 1 h 375"/>
              <a:gd name="mins" fmla="min sw sh"/>
              <a:gd name="dsw" fmla="+- 0 sw mins"/>
              <a:gd name="dsh" fmla="+- 0 sh mins"/>
              <a:gd name="p0x0" fmla="*/ 187 w 855"/>
              <a:gd name="p0y0" fmla="*/ 0 h 375"/>
              <a:gd name="p0x1" fmla="*/ 667 w 855"/>
              <a:gd name="p0y1" fmla="*/ 0 h 375"/>
              <a:gd name="p0x2" fmla="*/ 771 w 855"/>
              <a:gd name="p0y2" fmla="*/ 0 h 375"/>
              <a:gd name="p0x3" fmla="*/ 855 w 855"/>
              <a:gd name="p0y3" fmla="*/ 83 h 375"/>
              <a:gd name="p0x4" fmla="*/ 855 w 855"/>
              <a:gd name="p0y4" fmla="*/ 187 h 375"/>
              <a:gd name="p0x5" fmla="*/ 855 w 855"/>
              <a:gd name="p0y5" fmla="*/ 291 h 375"/>
              <a:gd name="p0x6" fmla="*/ 771 w 855"/>
              <a:gd name="p0y6" fmla="*/ 375 h 375"/>
              <a:gd name="p0x7" fmla="*/ 667 w 855"/>
              <a:gd name="p0y7" fmla="*/ 375 h 375"/>
              <a:gd name="p0x8" fmla="*/ 187 w 855"/>
              <a:gd name="p0y8" fmla="*/ 375 h 375"/>
              <a:gd name="p0x9" fmla="*/ 83 w 855"/>
              <a:gd name="p0y9" fmla="*/ 375 h 375"/>
              <a:gd name="p0x10" fmla="*/ 0 w 855"/>
              <a:gd name="p0y10" fmla="*/ 291 h 375"/>
              <a:gd name="p0x11" fmla="*/ 0 w 855"/>
              <a:gd name="p0y11" fmla="*/ 187 h 375"/>
              <a:gd name="p0x12" fmla="*/ 0 w 855"/>
              <a:gd name="p0y12" fmla="*/ 83 h 375"/>
              <a:gd name="p0x13" fmla="*/ 83 w 855"/>
              <a:gd name="p0y13" fmla="*/ 0 h 375"/>
              <a:gd name="p0x14" fmla="*/ 187 w 855"/>
              <a:gd name="p0y14" fmla="*/ 0 h 3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D4E8C8"/>
          </a:solidFill>
          <a:ln w="9525" cmpd="sng">
            <a:solidFill>
              <a:srgbClr val="D4E8C8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>
            <p:custDataLst>
              <p:tags r:id="rId40"/>
            </p:custDataLst>
          </p:nvPr>
        </p:nvSpPr>
        <p:spPr>
          <a:xfrm>
            <a:off x="9017127" y="5234940"/>
            <a:ext cx="457276" cy="16954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>
              <a:lnSpc>
                <a:spcPct val="83000"/>
              </a:lnSpc>
            </a:pPr>
            <a:r>
              <a:rPr sz="1200">
                <a:solidFill>
                  <a:srgbClr val="1A3A1A"/>
                </a:solidFill>
                <a:latin typeface="汉仪正圆-45W" panose="00020600040101010101" charset="-122"/>
                <a:ea typeface="汉仪正圆-45W" panose="00020600040101010101" charset="-122"/>
              </a:rPr>
              <a:t>认可</a:t>
            </a:r>
            <a:endParaRPr sz="1200">
              <a:solidFill>
                <a:srgbClr val="1A3A1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lang="zh-CN" altLang="en-US"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内务整理：从</a:t>
            </a:r>
            <a:r>
              <a:rPr lang="en-US" altLang="zh-CN"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"</a:t>
            </a:r>
            <a:r>
              <a:rPr lang="zh-CN" altLang="en-US"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豆腐块</a:t>
            </a:r>
            <a:r>
              <a:rPr lang="en-US" altLang="zh-CN"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"</a:t>
            </a:r>
            <a:r>
              <a:rPr lang="zh-CN" altLang="en-US"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  <a:cs typeface="汉仪正圆-75W" panose="00020600040101010101" charset="-122"/>
              </a:rPr>
              <a:t>开始</a:t>
            </a:r>
            <a:endParaRPr lang="zh-CN" altLang="en-US"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  <a:cs typeface="汉仪正圆-75W" panose="00020600040101010101" charset="-122"/>
            </a:endParaRPr>
          </a:p>
        </p:txBody>
      </p:sp>
      <p:pic>
        <p:nvPicPr>
          <p:cNvPr id="4" name="图片 3" descr="760e2612-9871-11f1-a923-968d873addf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3" b="3"/>
          <a:stretch>
            <a:fillRect/>
          </a:stretch>
        </p:blipFill>
        <p:spPr>
          <a:xfrm>
            <a:off x="571500" y="1104900"/>
            <a:ext cx="11049000" cy="20574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3240">
                <a:moveTo>
                  <a:pt x="120" y="0"/>
                </a:moveTo>
                <a:lnTo>
                  <a:pt x="17280" y="0"/>
                </a:lnTo>
                <a:cubicBezTo>
                  <a:pt x="17346" y="0"/>
                  <a:pt x="17400" y="54"/>
                  <a:pt x="17400" y="120"/>
                </a:cubicBezTo>
                <a:lnTo>
                  <a:pt x="17400" y="3120"/>
                </a:lnTo>
                <a:cubicBezTo>
                  <a:pt x="17400" y="3186"/>
                  <a:pt x="17346" y="3240"/>
                  <a:pt x="17280" y="3240"/>
                </a:cubicBezTo>
                <a:lnTo>
                  <a:pt x="120" y="3240"/>
                </a:lnTo>
                <a:cubicBezTo>
                  <a:pt x="54" y="3240"/>
                  <a:pt x="0" y="3186"/>
                  <a:pt x="0" y="3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2000250" y="388366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2133600" y="3940810"/>
            <a:ext cx="12763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3409950" y="3940810"/>
            <a:ext cx="12763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7"/>
            </p:custDataLst>
          </p:nvPr>
        </p:nvSpPr>
        <p:spPr>
          <a:xfrm>
            <a:off x="4686300" y="388366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8"/>
            </p:custDataLst>
          </p:nvPr>
        </p:nvSpPr>
        <p:spPr>
          <a:xfrm>
            <a:off x="4819650" y="3940810"/>
            <a:ext cx="12763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6096000" y="3940810"/>
            <a:ext cx="12763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0"/>
            </p:custDataLst>
          </p:nvPr>
        </p:nvSpPr>
        <p:spPr>
          <a:xfrm>
            <a:off x="7372350" y="388366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7505700" y="3940810"/>
            <a:ext cx="12763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8782050" y="3940810"/>
            <a:ext cx="127635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13"/>
            </p:custDataLst>
          </p:nvPr>
        </p:nvSpPr>
        <p:spPr>
          <a:xfrm>
            <a:off x="10058400" y="388366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14"/>
            </p:custDataLst>
          </p:nvPr>
        </p:nvSpPr>
        <p:spPr>
          <a:xfrm>
            <a:off x="9363075" y="5283994"/>
            <a:ext cx="1905000" cy="4619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92000"/>
              </a:lnSpc>
            </a:pPr>
            <a:r>
              <a:rPr sz="30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全连第一</a:t>
            </a:r>
            <a:endParaRPr sz="30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15"/>
            </p:custDataLst>
          </p:nvPr>
        </p:nvSpPr>
        <p:spPr>
          <a:xfrm>
            <a:off x="8753322" y="5765006"/>
            <a:ext cx="2743429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/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门口小红旗是</a:t>
            </a: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集体荣誉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最初的形状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6"/>
            </p:custDataLst>
          </p:nvPr>
        </p:nvSpPr>
        <p:spPr>
          <a:xfrm>
            <a:off x="728345" y="4145280"/>
            <a:ext cx="2676525" cy="967105"/>
          </a:xfrm>
          <a:custGeom>
            <a:avLst/>
            <a:gdLst>
              <a:gd name="sw" fmla="*/ 1 w 4215"/>
              <a:gd name="sh" fmla="*/ 1 h 1522"/>
              <a:gd name="mins" fmla="min sw sh"/>
              <a:gd name="dsw" fmla="+- 0 sw mins"/>
              <a:gd name="dsh" fmla="+- 0 sh mins"/>
              <a:gd name="p0x0" fmla="*/ 120 w 4215"/>
              <a:gd name="p0y0" fmla="*/ 0 h 1522"/>
              <a:gd name="p0x1" fmla="*/ 4095 w 4215"/>
              <a:gd name="p0y1" fmla="*/ 0 h 1522"/>
              <a:gd name="p0x2" fmla="*/ 4161 w 4215"/>
              <a:gd name="p0y2" fmla="*/ 0 h 1522"/>
              <a:gd name="p0x3" fmla="*/ 4215 w 4215"/>
              <a:gd name="p0y3" fmla="*/ 53 h 1522"/>
              <a:gd name="p0x4" fmla="*/ 4215 w 4215"/>
              <a:gd name="p0y4" fmla="*/ 120 h 1522"/>
              <a:gd name="p0x5" fmla="*/ 4215 w 4215"/>
              <a:gd name="p0y5" fmla="*/ 1402 h 1522"/>
              <a:gd name="p0x6" fmla="*/ 4215 w 4215"/>
              <a:gd name="p0y6" fmla="*/ 1468 h 1522"/>
              <a:gd name="p0x7" fmla="*/ 4161 w 4215"/>
              <a:gd name="p0y7" fmla="*/ 1522 h 1522"/>
              <a:gd name="p0x8" fmla="*/ 4095 w 4215"/>
              <a:gd name="p0y8" fmla="*/ 1522 h 1522"/>
              <a:gd name="p0x9" fmla="*/ 120 w 4215"/>
              <a:gd name="p0y9" fmla="*/ 1522 h 1522"/>
              <a:gd name="p0x10" fmla="*/ 53 w 4215"/>
              <a:gd name="p0y10" fmla="*/ 1522 h 1522"/>
              <a:gd name="p0x11" fmla="*/ 0 w 4215"/>
              <a:gd name="p0y11" fmla="*/ 1468 h 1522"/>
              <a:gd name="p0x12" fmla="*/ 0 w 4215"/>
              <a:gd name="p0y12" fmla="*/ 1402 h 1522"/>
              <a:gd name="p0x13" fmla="*/ 0 w 4215"/>
              <a:gd name="p0y13" fmla="*/ 120 h 1522"/>
              <a:gd name="p0x14" fmla="*/ 0 w 4215"/>
              <a:gd name="p0y14" fmla="*/ 53 h 1522"/>
              <a:gd name="p0x15" fmla="*/ 53 w 4215"/>
              <a:gd name="p0y15" fmla="*/ 0 h 1522"/>
              <a:gd name="p0x16" fmla="*/ 120 w 4215"/>
              <a:gd name="p0y16" fmla="*/ 0 h 15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7"/>
            </p:custDataLst>
          </p:nvPr>
        </p:nvSpPr>
        <p:spPr>
          <a:xfrm>
            <a:off x="847725" y="4264819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教官演示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8"/>
            </p:custDataLst>
          </p:nvPr>
        </p:nvSpPr>
        <p:spPr>
          <a:xfrm>
            <a:off x="847725" y="4502944"/>
            <a:ext cx="24384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翻折、压实、掐线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9"/>
            </p:custDataLst>
          </p:nvPr>
        </p:nvSpPr>
        <p:spPr>
          <a:xfrm>
            <a:off x="847725" y="4793456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三分钟棱角分明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0"/>
            </p:custDataLst>
          </p:nvPr>
        </p:nvSpPr>
        <p:spPr>
          <a:xfrm>
            <a:off x="3414395" y="4145280"/>
            <a:ext cx="2676525" cy="967105"/>
          </a:xfrm>
          <a:custGeom>
            <a:avLst/>
            <a:gdLst>
              <a:gd name="sw" fmla="*/ 1 w 4215"/>
              <a:gd name="sh" fmla="*/ 1 h 1522"/>
              <a:gd name="mins" fmla="min sw sh"/>
              <a:gd name="dsw" fmla="+- 0 sw mins"/>
              <a:gd name="dsh" fmla="+- 0 sh mins"/>
              <a:gd name="p0x0" fmla="*/ 120 w 4215"/>
              <a:gd name="p0y0" fmla="*/ 0 h 1522"/>
              <a:gd name="p0x1" fmla="*/ 4095 w 4215"/>
              <a:gd name="p0y1" fmla="*/ 0 h 1522"/>
              <a:gd name="p0x2" fmla="*/ 4161 w 4215"/>
              <a:gd name="p0y2" fmla="*/ 0 h 1522"/>
              <a:gd name="p0x3" fmla="*/ 4215 w 4215"/>
              <a:gd name="p0y3" fmla="*/ 53 h 1522"/>
              <a:gd name="p0x4" fmla="*/ 4215 w 4215"/>
              <a:gd name="p0y4" fmla="*/ 120 h 1522"/>
              <a:gd name="p0x5" fmla="*/ 4215 w 4215"/>
              <a:gd name="p0y5" fmla="*/ 1402 h 1522"/>
              <a:gd name="p0x6" fmla="*/ 4215 w 4215"/>
              <a:gd name="p0y6" fmla="*/ 1468 h 1522"/>
              <a:gd name="p0x7" fmla="*/ 4161 w 4215"/>
              <a:gd name="p0y7" fmla="*/ 1522 h 1522"/>
              <a:gd name="p0x8" fmla="*/ 4095 w 4215"/>
              <a:gd name="p0y8" fmla="*/ 1522 h 1522"/>
              <a:gd name="p0x9" fmla="*/ 120 w 4215"/>
              <a:gd name="p0y9" fmla="*/ 1522 h 1522"/>
              <a:gd name="p0x10" fmla="*/ 53 w 4215"/>
              <a:gd name="p0y10" fmla="*/ 1522 h 1522"/>
              <a:gd name="p0x11" fmla="*/ 0 w 4215"/>
              <a:gd name="p0y11" fmla="*/ 1468 h 1522"/>
              <a:gd name="p0x12" fmla="*/ 0 w 4215"/>
              <a:gd name="p0y12" fmla="*/ 1402 h 1522"/>
              <a:gd name="p0x13" fmla="*/ 0 w 4215"/>
              <a:gd name="p0y13" fmla="*/ 120 h 1522"/>
              <a:gd name="p0x14" fmla="*/ 0 w 4215"/>
              <a:gd name="p0y14" fmla="*/ 53 h 1522"/>
              <a:gd name="p0x15" fmla="*/ 53 w 4215"/>
              <a:gd name="p0y15" fmla="*/ 0 h 1522"/>
              <a:gd name="p0x16" fmla="*/ 120 w 4215"/>
              <a:gd name="p0y16" fmla="*/ 0 h 15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21"/>
            </p:custDataLst>
          </p:nvPr>
        </p:nvSpPr>
        <p:spPr>
          <a:xfrm>
            <a:off x="3533775" y="4264819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我们上手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2"/>
            </p:custDataLst>
          </p:nvPr>
        </p:nvSpPr>
        <p:spPr>
          <a:xfrm>
            <a:off x="3533775" y="4502944"/>
            <a:ext cx="24384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被子软塌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3"/>
            </p:custDataLst>
          </p:nvPr>
        </p:nvSpPr>
        <p:spPr>
          <a:xfrm>
            <a:off x="3533775" y="4793456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宿舍一片哀嚎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4"/>
            </p:custDataLst>
          </p:nvPr>
        </p:nvSpPr>
        <p:spPr>
          <a:xfrm>
            <a:off x="6100445" y="4145280"/>
            <a:ext cx="2676525" cy="1019175"/>
          </a:xfrm>
          <a:custGeom>
            <a:avLst/>
            <a:gdLst>
              <a:gd name="sw" fmla="*/ 1 w 4215"/>
              <a:gd name="sh" fmla="*/ 1 h 1605"/>
              <a:gd name="mins" fmla="min sw sh"/>
              <a:gd name="dsw" fmla="+- 0 sw mins"/>
              <a:gd name="dsh" fmla="+- 0 sh mins"/>
              <a:gd name="p0x0" fmla="*/ 120 w 4215"/>
              <a:gd name="p0y0" fmla="*/ 0 h 1605"/>
              <a:gd name="p0x1" fmla="*/ 4095 w 4215"/>
              <a:gd name="p0y1" fmla="*/ 0 h 1605"/>
              <a:gd name="p0x2" fmla="*/ 4161 w 4215"/>
              <a:gd name="p0y2" fmla="*/ 0 h 1605"/>
              <a:gd name="p0x3" fmla="*/ 4215 w 4215"/>
              <a:gd name="p0y3" fmla="*/ 53 h 1605"/>
              <a:gd name="p0x4" fmla="*/ 4215 w 4215"/>
              <a:gd name="p0y4" fmla="*/ 120 h 1605"/>
              <a:gd name="p0x5" fmla="*/ 4215 w 4215"/>
              <a:gd name="p0y5" fmla="*/ 1485 h 1605"/>
              <a:gd name="p0x6" fmla="*/ 4215 w 4215"/>
              <a:gd name="p0y6" fmla="*/ 1551 h 1605"/>
              <a:gd name="p0x7" fmla="*/ 4161 w 4215"/>
              <a:gd name="p0y7" fmla="*/ 1605 h 1605"/>
              <a:gd name="p0x8" fmla="*/ 4095 w 4215"/>
              <a:gd name="p0y8" fmla="*/ 1605 h 1605"/>
              <a:gd name="p0x9" fmla="*/ 120 w 4215"/>
              <a:gd name="p0y9" fmla="*/ 1605 h 1605"/>
              <a:gd name="p0x10" fmla="*/ 53 w 4215"/>
              <a:gd name="p0y10" fmla="*/ 1605 h 1605"/>
              <a:gd name="p0x11" fmla="*/ 0 w 4215"/>
              <a:gd name="p0y11" fmla="*/ 1551 h 1605"/>
              <a:gd name="p0x12" fmla="*/ 0 w 4215"/>
              <a:gd name="p0y12" fmla="*/ 1485 h 1605"/>
              <a:gd name="p0x13" fmla="*/ 0 w 4215"/>
              <a:gd name="p0y13" fmla="*/ 120 h 1605"/>
              <a:gd name="p0x14" fmla="*/ 0 w 4215"/>
              <a:gd name="p0y14" fmla="*/ 53 h 1605"/>
              <a:gd name="p0x15" fmla="*/ 53 w 4215"/>
              <a:gd name="p0y15" fmla="*/ 0 h 1605"/>
              <a:gd name="p0x16" fmla="*/ 120 w 4215"/>
              <a:gd name="p0y16" fmla="*/ 0 h 1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6219825" y="4264819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教官点题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6219825" y="4502944"/>
            <a:ext cx="24384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叠被子培养的是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6219825" y="4793456"/>
            <a:ext cx="24384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对细节的敬畏</a:t>
            </a:r>
            <a:endParaRPr sz="15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8786495" y="4145280"/>
            <a:ext cx="2676525" cy="967105"/>
          </a:xfrm>
          <a:custGeom>
            <a:avLst/>
            <a:gdLst>
              <a:gd name="sw" fmla="*/ 1 w 4215"/>
              <a:gd name="sh" fmla="*/ 1 h 1522"/>
              <a:gd name="mins" fmla="min sw sh"/>
              <a:gd name="dsw" fmla="+- 0 sw mins"/>
              <a:gd name="dsh" fmla="+- 0 sh mins"/>
              <a:gd name="p0x0" fmla="*/ 120 w 4215"/>
              <a:gd name="p0y0" fmla="*/ 0 h 1522"/>
              <a:gd name="p0x1" fmla="*/ 4095 w 4215"/>
              <a:gd name="p0y1" fmla="*/ 0 h 1522"/>
              <a:gd name="p0x2" fmla="*/ 4161 w 4215"/>
              <a:gd name="p0y2" fmla="*/ 0 h 1522"/>
              <a:gd name="p0x3" fmla="*/ 4215 w 4215"/>
              <a:gd name="p0y3" fmla="*/ 53 h 1522"/>
              <a:gd name="p0x4" fmla="*/ 4215 w 4215"/>
              <a:gd name="p0y4" fmla="*/ 120 h 1522"/>
              <a:gd name="p0x5" fmla="*/ 4215 w 4215"/>
              <a:gd name="p0y5" fmla="*/ 1402 h 1522"/>
              <a:gd name="p0x6" fmla="*/ 4215 w 4215"/>
              <a:gd name="p0y6" fmla="*/ 1468 h 1522"/>
              <a:gd name="p0x7" fmla="*/ 4161 w 4215"/>
              <a:gd name="p0y7" fmla="*/ 1522 h 1522"/>
              <a:gd name="p0x8" fmla="*/ 4095 w 4215"/>
              <a:gd name="p0y8" fmla="*/ 1522 h 1522"/>
              <a:gd name="p0x9" fmla="*/ 120 w 4215"/>
              <a:gd name="p0y9" fmla="*/ 1522 h 1522"/>
              <a:gd name="p0x10" fmla="*/ 53 w 4215"/>
              <a:gd name="p0y10" fmla="*/ 1522 h 1522"/>
              <a:gd name="p0x11" fmla="*/ 0 w 4215"/>
              <a:gd name="p0y11" fmla="*/ 1468 h 1522"/>
              <a:gd name="p0x12" fmla="*/ 0 w 4215"/>
              <a:gd name="p0y12" fmla="*/ 1402 h 1522"/>
              <a:gd name="p0x13" fmla="*/ 0 w 4215"/>
              <a:gd name="p0y13" fmla="*/ 120 h 1522"/>
              <a:gd name="p0x14" fmla="*/ 0 w 4215"/>
              <a:gd name="p0y14" fmla="*/ 53 h 1522"/>
              <a:gd name="p0x15" fmla="*/ 53 w 4215"/>
              <a:gd name="p0y15" fmla="*/ 0 h 1522"/>
              <a:gd name="p0x16" fmla="*/ 120 w 4215"/>
              <a:gd name="p0y16" fmla="*/ 0 h 152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8905875" y="4264819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分工协作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8905875" y="4502944"/>
            <a:ext cx="24384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六人围一被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1"/>
            </p:custDataLst>
          </p:nvPr>
        </p:nvSpPr>
        <p:spPr>
          <a:xfrm>
            <a:off x="8905875" y="4793456"/>
            <a:ext cx="243840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掐角压平效率翻倍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训练场上的数据日志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104900"/>
            <a:ext cx="11049000" cy="1028700"/>
          </a:xfrm>
          <a:custGeom>
            <a:avLst/>
            <a:gdLst>
              <a:gd name="sw" fmla="*/ 1 w 17400"/>
              <a:gd name="sh" fmla="*/ 1 h 1620"/>
              <a:gd name="mins" fmla="min sw sh"/>
              <a:gd name="dsw" fmla="+- 0 sw mins"/>
              <a:gd name="dsh" fmla="+- 0 sh mins"/>
              <a:gd name="p0x0" fmla="*/ 120 w 17400"/>
              <a:gd name="p0y0" fmla="*/ 0 h 1620"/>
              <a:gd name="p0x1" fmla="*/ 17280 w 17400"/>
              <a:gd name="p0y1" fmla="*/ 0 h 1620"/>
              <a:gd name="p0x2" fmla="*/ 17346 w 17400"/>
              <a:gd name="p0y2" fmla="*/ 0 h 1620"/>
              <a:gd name="p0x3" fmla="*/ 17400 w 17400"/>
              <a:gd name="p0y3" fmla="*/ 53 h 1620"/>
              <a:gd name="p0x4" fmla="*/ 17400 w 17400"/>
              <a:gd name="p0y4" fmla="*/ 120 h 1620"/>
              <a:gd name="p0x5" fmla="*/ 17400 w 17400"/>
              <a:gd name="p0y5" fmla="*/ 1500 h 1620"/>
              <a:gd name="p0x6" fmla="*/ 17400 w 17400"/>
              <a:gd name="p0y6" fmla="*/ 1566 h 1620"/>
              <a:gd name="p0x7" fmla="*/ 17346 w 17400"/>
              <a:gd name="p0y7" fmla="*/ 1620 h 1620"/>
              <a:gd name="p0x8" fmla="*/ 17280 w 17400"/>
              <a:gd name="p0y8" fmla="*/ 1620 h 1620"/>
              <a:gd name="p0x9" fmla="*/ 120 w 17400"/>
              <a:gd name="p0y9" fmla="*/ 1620 h 1620"/>
              <a:gd name="p0x10" fmla="*/ 53 w 17400"/>
              <a:gd name="p0y10" fmla="*/ 1620 h 1620"/>
              <a:gd name="p0x11" fmla="*/ 0 w 17400"/>
              <a:gd name="p0y11" fmla="*/ 1566 h 1620"/>
              <a:gd name="p0x12" fmla="*/ 0 w 17400"/>
              <a:gd name="p0y12" fmla="*/ 1500 h 1620"/>
              <a:gd name="p0x13" fmla="*/ 0 w 17400"/>
              <a:gd name="p0y13" fmla="*/ 120 h 1620"/>
              <a:gd name="p0x14" fmla="*/ 0 w 17400"/>
              <a:gd name="p0y14" fmla="*/ 53 h 1620"/>
              <a:gd name="p0x15" fmla="*/ 53 w 17400"/>
              <a:gd name="p0y15" fmla="*/ 0 h 1620"/>
              <a:gd name="p0x16" fmla="*/ 120 w 17400"/>
              <a:gd name="p0y16" fmla="*/ 0 h 16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461135"/>
            <a:ext cx="6457655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站军姿</a:t>
            </a:r>
            <a:r>
              <a:rPr lang="en-US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12</a:t>
            </a:r>
            <a:r>
              <a:rPr lang="zh-CN" altLang="en-US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小时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，远超其他科目，是体能消耗最大的单项训练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2366645"/>
            <a:ext cx="11039475" cy="4105275"/>
          </a:xfrm>
          <a:custGeom>
            <a:avLst/>
            <a:gdLst>
              <a:gd name="sw" fmla="*/ 1 w 17385"/>
              <a:gd name="sh" fmla="*/ 1 h 6465"/>
              <a:gd name="mins" fmla="min sw sh"/>
              <a:gd name="dsw" fmla="+- 0 sw mins"/>
              <a:gd name="dsh" fmla="+- 0 sh mins"/>
              <a:gd name="p0x0" fmla="*/ 120 w 17385"/>
              <a:gd name="p0y0" fmla="*/ 0 h 6465"/>
              <a:gd name="p0x1" fmla="*/ 17265 w 17385"/>
              <a:gd name="p0y1" fmla="*/ 0 h 6465"/>
              <a:gd name="p0x2" fmla="*/ 17331 w 17385"/>
              <a:gd name="p0y2" fmla="*/ 0 h 6465"/>
              <a:gd name="p0x3" fmla="*/ 17385 w 17385"/>
              <a:gd name="p0y3" fmla="*/ 53 h 6465"/>
              <a:gd name="p0x4" fmla="*/ 17385 w 17385"/>
              <a:gd name="p0y4" fmla="*/ 120 h 6465"/>
              <a:gd name="p0x5" fmla="*/ 17385 w 17385"/>
              <a:gd name="p0y5" fmla="*/ 6345 h 6465"/>
              <a:gd name="p0x6" fmla="*/ 17385 w 17385"/>
              <a:gd name="p0y6" fmla="*/ 6411 h 6465"/>
              <a:gd name="p0x7" fmla="*/ 17331 w 17385"/>
              <a:gd name="p0y7" fmla="*/ 6465 h 6465"/>
              <a:gd name="p0x8" fmla="*/ 17265 w 17385"/>
              <a:gd name="p0y8" fmla="*/ 6465 h 6465"/>
              <a:gd name="p0x9" fmla="*/ 120 w 17385"/>
              <a:gd name="p0y9" fmla="*/ 6465 h 6465"/>
              <a:gd name="p0x10" fmla="*/ 53 w 17385"/>
              <a:gd name="p0y10" fmla="*/ 6465 h 6465"/>
              <a:gd name="p0x11" fmla="*/ 0 w 17385"/>
              <a:gd name="p0y11" fmla="*/ 6411 h 6465"/>
              <a:gd name="p0x12" fmla="*/ 0 w 17385"/>
              <a:gd name="p0y12" fmla="*/ 6345 h 6465"/>
              <a:gd name="p0x13" fmla="*/ 0 w 17385"/>
              <a:gd name="p0y13" fmla="*/ 120 h 6465"/>
              <a:gd name="p0x14" fmla="*/ 0 w 17385"/>
              <a:gd name="p0y14" fmla="*/ 53 h 6465"/>
              <a:gd name="p0x15" fmla="*/ 53 w 17385"/>
              <a:gd name="p0y15" fmla="*/ 0 h 6465"/>
              <a:gd name="p0x16" fmla="*/ 120 w 17385"/>
              <a:gd name="p0y16" fmla="*/ 0 h 646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2546033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五科目累计训练时长对比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771525" y="2971800"/>
          <a:ext cx="10648950" cy="3305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03</a:t>
            </a:r>
            <a:endParaRPr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写</a:t>
            </a: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家书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708718"/>
            <a:ext cx="4564409" cy="747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方被如砖，地面可鉴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方寸之间见作风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方阵训练：一人失误，全体重来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4" name="图片 3" descr="7c9a1ed6-9871-11f1-9084-5ad0626ace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7" r="25"/>
          <a:stretch>
            <a:fillRect/>
          </a:stretch>
        </p:blipFill>
        <p:spPr>
          <a:xfrm>
            <a:off x="571500" y="1104907"/>
            <a:ext cx="7007860" cy="5372087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036" h="8460">
                <a:moveTo>
                  <a:pt x="120" y="0"/>
                </a:moveTo>
                <a:lnTo>
                  <a:pt x="10916" y="0"/>
                </a:lnTo>
                <a:cubicBezTo>
                  <a:pt x="10982" y="0"/>
                  <a:pt x="11036" y="54"/>
                  <a:pt x="11036" y="120"/>
                </a:cubicBezTo>
                <a:lnTo>
                  <a:pt x="11036" y="8340"/>
                </a:lnTo>
                <a:cubicBezTo>
                  <a:pt x="11036" y="8406"/>
                  <a:pt x="10982" y="8460"/>
                  <a:pt x="10916" y="8460"/>
                </a:cubicBezTo>
                <a:lnTo>
                  <a:pt x="120" y="8460"/>
                </a:lnTo>
                <a:cubicBezTo>
                  <a:pt x="54" y="8460"/>
                  <a:pt x="0" y="8406"/>
                  <a:pt x="0" y="834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10" name="任意多边形 9"/>
          <p:cNvSpPr/>
          <p:nvPr>
            <p:custDataLst>
              <p:tags r:id="rId4"/>
            </p:custDataLst>
          </p:nvPr>
        </p:nvSpPr>
        <p:spPr>
          <a:xfrm>
            <a:off x="7846060" y="279527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7903210" y="2928620"/>
            <a:ext cx="19050" cy="43370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7903210" y="3362325"/>
            <a:ext cx="19050" cy="43307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>
            <p:custDataLst>
              <p:tags r:id="rId7"/>
            </p:custDataLst>
          </p:nvPr>
        </p:nvSpPr>
        <p:spPr>
          <a:xfrm>
            <a:off x="7846060" y="379539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8"/>
            </p:custDataLst>
          </p:nvPr>
        </p:nvSpPr>
        <p:spPr>
          <a:xfrm>
            <a:off x="7903210" y="3928745"/>
            <a:ext cx="19050" cy="43370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9"/>
            </p:custDataLst>
          </p:nvPr>
        </p:nvSpPr>
        <p:spPr>
          <a:xfrm>
            <a:off x="7903210" y="4362450"/>
            <a:ext cx="19050" cy="43307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任意多边形 21"/>
          <p:cNvSpPr/>
          <p:nvPr>
            <p:custDataLst>
              <p:tags r:id="rId10"/>
            </p:custDataLst>
          </p:nvPr>
        </p:nvSpPr>
        <p:spPr>
          <a:xfrm>
            <a:off x="7846060" y="479552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>
            <p:custDataLst>
              <p:tags r:id="rId11"/>
            </p:custDataLst>
          </p:nvPr>
        </p:nvSpPr>
        <p:spPr>
          <a:xfrm>
            <a:off x="7903210" y="4928870"/>
            <a:ext cx="19050" cy="43370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矩形 26"/>
          <p:cNvSpPr/>
          <p:nvPr>
            <p:custDataLst>
              <p:tags r:id="rId12"/>
            </p:custDataLst>
          </p:nvPr>
        </p:nvSpPr>
        <p:spPr>
          <a:xfrm>
            <a:off x="7903210" y="5362575"/>
            <a:ext cx="19050" cy="43307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任意多边形 27"/>
          <p:cNvSpPr/>
          <p:nvPr>
            <p:custDataLst>
              <p:tags r:id="rId13"/>
            </p:custDataLst>
          </p:nvPr>
        </p:nvSpPr>
        <p:spPr>
          <a:xfrm>
            <a:off x="7846060" y="579564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4"/>
            </p:custDataLst>
          </p:nvPr>
        </p:nvSpPr>
        <p:spPr>
          <a:xfrm>
            <a:off x="7846060" y="1104900"/>
            <a:ext cx="3773805" cy="952500"/>
          </a:xfrm>
          <a:custGeom>
            <a:avLst/>
            <a:gdLst>
              <a:gd name="sw" fmla="*/ 1 w 5942"/>
              <a:gd name="sh" fmla="*/ 1 h 1500"/>
              <a:gd name="mins" fmla="min sw sh"/>
              <a:gd name="dsw" fmla="+- 0 sw mins"/>
              <a:gd name="dsh" fmla="+- 0 sh mins"/>
              <a:gd name="p0x0" fmla="*/ 120 w 5942"/>
              <a:gd name="p0y0" fmla="*/ 0 h 1500"/>
              <a:gd name="p0x1" fmla="*/ 5822 w 5942"/>
              <a:gd name="p0y1" fmla="*/ 0 h 1500"/>
              <a:gd name="p0x2" fmla="*/ 5889 w 5942"/>
              <a:gd name="p0y2" fmla="*/ 0 h 1500"/>
              <a:gd name="p0x3" fmla="*/ 5942 w 5942"/>
              <a:gd name="p0y3" fmla="*/ 53 h 1500"/>
              <a:gd name="p0x4" fmla="*/ 5942 w 5942"/>
              <a:gd name="p0y4" fmla="*/ 120 h 1500"/>
              <a:gd name="p0x5" fmla="*/ 5942 w 5942"/>
              <a:gd name="p0y5" fmla="*/ 1380 h 1500"/>
              <a:gd name="p0x6" fmla="*/ 5942 w 5942"/>
              <a:gd name="p0y6" fmla="*/ 1446 h 1500"/>
              <a:gd name="p0x7" fmla="*/ 5889 w 5942"/>
              <a:gd name="p0y7" fmla="*/ 1500 h 1500"/>
              <a:gd name="p0x8" fmla="*/ 5822 w 5942"/>
              <a:gd name="p0y8" fmla="*/ 1500 h 1500"/>
              <a:gd name="p0x9" fmla="*/ 120 w 5942"/>
              <a:gd name="p0y9" fmla="*/ 1500 h 1500"/>
              <a:gd name="p0x10" fmla="*/ 53 w 5942"/>
              <a:gd name="p0y10" fmla="*/ 1500 h 1500"/>
              <a:gd name="p0x11" fmla="*/ 0 w 5942"/>
              <a:gd name="p0y11" fmla="*/ 1446 h 1500"/>
              <a:gd name="p0x12" fmla="*/ 0 w 5942"/>
              <a:gd name="p0y12" fmla="*/ 1380 h 1500"/>
              <a:gd name="p0x13" fmla="*/ 0 w 5942"/>
              <a:gd name="p0y13" fmla="*/ 120 h 1500"/>
              <a:gd name="p0x14" fmla="*/ 0 w 5942"/>
              <a:gd name="p0y14" fmla="*/ 53 h 1500"/>
              <a:gd name="p0x15" fmla="*/ 53 w 5942"/>
              <a:gd name="p0y15" fmla="*/ 0 h 1500"/>
              <a:gd name="p0x16" fmla="*/ 120 w 5942"/>
              <a:gd name="p0y16" fmla="*/ 0 h 15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5"/>
            </p:custDataLst>
          </p:nvPr>
        </p:nvSpPr>
        <p:spPr>
          <a:xfrm>
            <a:off x="8037167" y="1280160"/>
            <a:ext cx="3200552" cy="5972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方阵是一个整体，谁出错，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大家一起承担</a:t>
            </a:r>
            <a:endParaRPr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6"/>
            </p:custDataLst>
          </p:nvPr>
        </p:nvSpPr>
        <p:spPr>
          <a:xfrm>
            <a:off x="8098790" y="2366645"/>
            <a:ext cx="3516630" cy="990600"/>
          </a:xfrm>
          <a:custGeom>
            <a:avLst/>
            <a:gdLst>
              <a:gd name="sw" fmla="*/ 1 w 5537"/>
              <a:gd name="sh" fmla="*/ 1 h 1560"/>
              <a:gd name="mins" fmla="min sw sh"/>
              <a:gd name="dsw" fmla="+- 0 sw mins"/>
              <a:gd name="dsh" fmla="+- 0 sh mins"/>
              <a:gd name="p0x0" fmla="*/ 120 w 5537"/>
              <a:gd name="p0y0" fmla="*/ 0 h 1560"/>
              <a:gd name="p0x1" fmla="*/ 5417 w 5537"/>
              <a:gd name="p0y1" fmla="*/ 0 h 1560"/>
              <a:gd name="p0x2" fmla="*/ 5484 w 5537"/>
              <a:gd name="p0y2" fmla="*/ 0 h 1560"/>
              <a:gd name="p0x3" fmla="*/ 5537 w 5537"/>
              <a:gd name="p0y3" fmla="*/ 53 h 1560"/>
              <a:gd name="p0x4" fmla="*/ 5537 w 5537"/>
              <a:gd name="p0y4" fmla="*/ 120 h 1560"/>
              <a:gd name="p0x5" fmla="*/ 5537 w 5537"/>
              <a:gd name="p0y5" fmla="*/ 1440 h 1560"/>
              <a:gd name="p0x6" fmla="*/ 5537 w 5537"/>
              <a:gd name="p0y6" fmla="*/ 1506 h 1560"/>
              <a:gd name="p0x7" fmla="*/ 5484 w 5537"/>
              <a:gd name="p0y7" fmla="*/ 1560 h 1560"/>
              <a:gd name="p0x8" fmla="*/ 5417 w 5537"/>
              <a:gd name="p0y8" fmla="*/ 1560 h 1560"/>
              <a:gd name="p0x9" fmla="*/ 120 w 5537"/>
              <a:gd name="p0y9" fmla="*/ 1560 h 1560"/>
              <a:gd name="p0x10" fmla="*/ 53 w 5537"/>
              <a:gd name="p0y10" fmla="*/ 1560 h 1560"/>
              <a:gd name="p0x11" fmla="*/ 0 w 5537"/>
              <a:gd name="p0y11" fmla="*/ 1506 h 1560"/>
              <a:gd name="p0x12" fmla="*/ 0 w 5537"/>
              <a:gd name="p0y12" fmla="*/ 1440 h 1560"/>
              <a:gd name="p0x13" fmla="*/ 0 w 5537"/>
              <a:gd name="p0y13" fmla="*/ 120 h 1560"/>
              <a:gd name="p0x14" fmla="*/ 0 w 5537"/>
              <a:gd name="p0y14" fmla="*/ 53 h 1560"/>
              <a:gd name="p0x15" fmla="*/ 53 w 5537"/>
              <a:gd name="p0y15" fmla="*/ 0 h 1560"/>
              <a:gd name="p0x16" fmla="*/ 120 w 5537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>
            <p:custDataLst>
              <p:tags r:id="rId17"/>
            </p:custDataLst>
          </p:nvPr>
        </p:nvSpPr>
        <p:spPr>
          <a:xfrm>
            <a:off x="8218142" y="2628900"/>
            <a:ext cx="327845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连坐时刻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8218142" y="2895600"/>
            <a:ext cx="32784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齐步走慢半拍，全连罚跑三圈，无人抱怨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8098790" y="3366770"/>
            <a:ext cx="3516630" cy="990600"/>
          </a:xfrm>
          <a:custGeom>
            <a:avLst/>
            <a:gdLst>
              <a:gd name="sw" fmla="*/ 1 w 5537"/>
              <a:gd name="sh" fmla="*/ 1 h 1560"/>
              <a:gd name="mins" fmla="min sw sh"/>
              <a:gd name="dsw" fmla="+- 0 sw mins"/>
              <a:gd name="dsh" fmla="+- 0 sh mins"/>
              <a:gd name="p0x0" fmla="*/ 120 w 5537"/>
              <a:gd name="p0y0" fmla="*/ 0 h 1560"/>
              <a:gd name="p0x1" fmla="*/ 5417 w 5537"/>
              <a:gd name="p0y1" fmla="*/ 0 h 1560"/>
              <a:gd name="p0x2" fmla="*/ 5484 w 5537"/>
              <a:gd name="p0y2" fmla="*/ 0 h 1560"/>
              <a:gd name="p0x3" fmla="*/ 5537 w 5537"/>
              <a:gd name="p0y3" fmla="*/ 53 h 1560"/>
              <a:gd name="p0x4" fmla="*/ 5537 w 5537"/>
              <a:gd name="p0y4" fmla="*/ 120 h 1560"/>
              <a:gd name="p0x5" fmla="*/ 5537 w 5537"/>
              <a:gd name="p0y5" fmla="*/ 1440 h 1560"/>
              <a:gd name="p0x6" fmla="*/ 5537 w 5537"/>
              <a:gd name="p0y6" fmla="*/ 1506 h 1560"/>
              <a:gd name="p0x7" fmla="*/ 5484 w 5537"/>
              <a:gd name="p0y7" fmla="*/ 1560 h 1560"/>
              <a:gd name="p0x8" fmla="*/ 5417 w 5537"/>
              <a:gd name="p0y8" fmla="*/ 1560 h 1560"/>
              <a:gd name="p0x9" fmla="*/ 120 w 5537"/>
              <a:gd name="p0y9" fmla="*/ 1560 h 1560"/>
              <a:gd name="p0x10" fmla="*/ 53 w 5537"/>
              <a:gd name="p0y10" fmla="*/ 1560 h 1560"/>
              <a:gd name="p0x11" fmla="*/ 0 w 5537"/>
              <a:gd name="p0y11" fmla="*/ 1506 h 1560"/>
              <a:gd name="p0x12" fmla="*/ 0 w 5537"/>
              <a:gd name="p0y12" fmla="*/ 1440 h 1560"/>
              <a:gd name="p0x13" fmla="*/ 0 w 5537"/>
              <a:gd name="p0y13" fmla="*/ 120 h 1560"/>
              <a:gd name="p0x14" fmla="*/ 0 w 5537"/>
              <a:gd name="p0y14" fmla="*/ 53 h 1560"/>
              <a:gd name="p0x15" fmla="*/ 53 w 5537"/>
              <a:gd name="p0y15" fmla="*/ 0 h 1560"/>
              <a:gd name="p0x16" fmla="*/ 120 w 5537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8218142" y="3629025"/>
            <a:ext cx="327845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自发凝聚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1"/>
            </p:custDataLst>
          </p:nvPr>
        </p:nvSpPr>
        <p:spPr>
          <a:xfrm>
            <a:off x="8218142" y="3895725"/>
            <a:ext cx="32784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分散喘息声逐渐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统一成节奏</a:t>
            </a: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，跑得更齐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2"/>
            </p:custDataLst>
          </p:nvPr>
        </p:nvSpPr>
        <p:spPr>
          <a:xfrm>
            <a:off x="8098790" y="4366895"/>
            <a:ext cx="3516630" cy="990600"/>
          </a:xfrm>
          <a:custGeom>
            <a:avLst/>
            <a:gdLst>
              <a:gd name="sw" fmla="*/ 1 w 5537"/>
              <a:gd name="sh" fmla="*/ 1 h 1560"/>
              <a:gd name="mins" fmla="min sw sh"/>
              <a:gd name="dsw" fmla="+- 0 sw mins"/>
              <a:gd name="dsh" fmla="+- 0 sh mins"/>
              <a:gd name="p0x0" fmla="*/ 120 w 5537"/>
              <a:gd name="p0y0" fmla="*/ 0 h 1560"/>
              <a:gd name="p0x1" fmla="*/ 5417 w 5537"/>
              <a:gd name="p0y1" fmla="*/ 0 h 1560"/>
              <a:gd name="p0x2" fmla="*/ 5484 w 5537"/>
              <a:gd name="p0y2" fmla="*/ 0 h 1560"/>
              <a:gd name="p0x3" fmla="*/ 5537 w 5537"/>
              <a:gd name="p0y3" fmla="*/ 53 h 1560"/>
              <a:gd name="p0x4" fmla="*/ 5537 w 5537"/>
              <a:gd name="p0y4" fmla="*/ 120 h 1560"/>
              <a:gd name="p0x5" fmla="*/ 5537 w 5537"/>
              <a:gd name="p0y5" fmla="*/ 1440 h 1560"/>
              <a:gd name="p0x6" fmla="*/ 5537 w 5537"/>
              <a:gd name="p0y6" fmla="*/ 1506 h 1560"/>
              <a:gd name="p0x7" fmla="*/ 5484 w 5537"/>
              <a:gd name="p0y7" fmla="*/ 1560 h 1560"/>
              <a:gd name="p0x8" fmla="*/ 5417 w 5537"/>
              <a:gd name="p0y8" fmla="*/ 1560 h 1560"/>
              <a:gd name="p0x9" fmla="*/ 120 w 5537"/>
              <a:gd name="p0y9" fmla="*/ 1560 h 1560"/>
              <a:gd name="p0x10" fmla="*/ 53 w 5537"/>
              <a:gd name="p0y10" fmla="*/ 1560 h 1560"/>
              <a:gd name="p0x11" fmla="*/ 0 w 5537"/>
              <a:gd name="p0y11" fmla="*/ 1506 h 1560"/>
              <a:gd name="p0x12" fmla="*/ 0 w 5537"/>
              <a:gd name="p0y12" fmla="*/ 1440 h 1560"/>
              <a:gd name="p0x13" fmla="*/ 0 w 5537"/>
              <a:gd name="p0y13" fmla="*/ 120 h 1560"/>
              <a:gd name="p0x14" fmla="*/ 0 w 5537"/>
              <a:gd name="p0y14" fmla="*/ 53 h 1560"/>
              <a:gd name="p0x15" fmla="*/ 53 w 5537"/>
              <a:gd name="p0y15" fmla="*/ 0 h 1560"/>
              <a:gd name="p0x16" fmla="*/ 120 w 5537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8218142" y="4629150"/>
            <a:ext cx="327845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宽容生长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8218142" y="4895850"/>
            <a:ext cx="3324225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出错者道歉，回应是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没事，我们是一个连的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endParaRPr lang="en-US" altLang="zh-CN"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5"/>
            </p:custDataLst>
          </p:nvPr>
        </p:nvSpPr>
        <p:spPr>
          <a:xfrm>
            <a:off x="8098790" y="5367020"/>
            <a:ext cx="3516630" cy="990600"/>
          </a:xfrm>
          <a:custGeom>
            <a:avLst/>
            <a:gdLst>
              <a:gd name="sw" fmla="*/ 1 w 5537"/>
              <a:gd name="sh" fmla="*/ 1 h 1560"/>
              <a:gd name="mins" fmla="min sw sh"/>
              <a:gd name="dsw" fmla="+- 0 sw mins"/>
              <a:gd name="dsh" fmla="+- 0 sh mins"/>
              <a:gd name="p0x0" fmla="*/ 120 w 5537"/>
              <a:gd name="p0y0" fmla="*/ 0 h 1560"/>
              <a:gd name="p0x1" fmla="*/ 5417 w 5537"/>
              <a:gd name="p0y1" fmla="*/ 0 h 1560"/>
              <a:gd name="p0x2" fmla="*/ 5484 w 5537"/>
              <a:gd name="p0y2" fmla="*/ 0 h 1560"/>
              <a:gd name="p0x3" fmla="*/ 5537 w 5537"/>
              <a:gd name="p0y3" fmla="*/ 53 h 1560"/>
              <a:gd name="p0x4" fmla="*/ 5537 w 5537"/>
              <a:gd name="p0y4" fmla="*/ 120 h 1560"/>
              <a:gd name="p0x5" fmla="*/ 5537 w 5537"/>
              <a:gd name="p0y5" fmla="*/ 1440 h 1560"/>
              <a:gd name="p0x6" fmla="*/ 5537 w 5537"/>
              <a:gd name="p0y6" fmla="*/ 1506 h 1560"/>
              <a:gd name="p0x7" fmla="*/ 5484 w 5537"/>
              <a:gd name="p0y7" fmla="*/ 1560 h 1560"/>
              <a:gd name="p0x8" fmla="*/ 5417 w 5537"/>
              <a:gd name="p0y8" fmla="*/ 1560 h 1560"/>
              <a:gd name="p0x9" fmla="*/ 120 w 5537"/>
              <a:gd name="p0y9" fmla="*/ 1560 h 1560"/>
              <a:gd name="p0x10" fmla="*/ 53 w 5537"/>
              <a:gd name="p0y10" fmla="*/ 1560 h 1560"/>
              <a:gd name="p0x11" fmla="*/ 0 w 5537"/>
              <a:gd name="p0y11" fmla="*/ 1506 h 1560"/>
              <a:gd name="p0x12" fmla="*/ 0 w 5537"/>
              <a:gd name="p0y12" fmla="*/ 1440 h 1560"/>
              <a:gd name="p0x13" fmla="*/ 0 w 5537"/>
              <a:gd name="p0y13" fmla="*/ 120 h 1560"/>
              <a:gd name="p0x14" fmla="*/ 0 w 5537"/>
              <a:gd name="p0y14" fmla="*/ 53 h 1560"/>
              <a:gd name="p0x15" fmla="*/ 53 w 5537"/>
              <a:gd name="p0y15" fmla="*/ 0 h 1560"/>
              <a:gd name="p0x16" fmla="*/ 120 w 5537"/>
              <a:gd name="p0y16" fmla="*/ 0 h 15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6"/>
            </p:custDataLst>
          </p:nvPr>
        </p:nvSpPr>
        <p:spPr>
          <a:xfrm>
            <a:off x="8218142" y="5629275"/>
            <a:ext cx="3278457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底层逻辑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27"/>
            </p:custDataLst>
          </p:nvPr>
        </p:nvSpPr>
        <p:spPr>
          <a:xfrm>
            <a:off x="8218142" y="5895975"/>
            <a:ext cx="327845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你不是为自己训练，是为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整个方阵</a:t>
            </a: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训练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拉歌比赛：声音的较量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4" name="图片 3" descr="af68e18c-9871-11f1-aacc-d63ee6a2292f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29" r="16" b="29"/>
          <a:stretch>
            <a:fillRect/>
          </a:stretch>
        </p:blipFill>
        <p:spPr>
          <a:xfrm>
            <a:off x="571500" y="1104912"/>
            <a:ext cx="3773170" cy="5372076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942" h="8460">
                <a:moveTo>
                  <a:pt x="120" y="0"/>
                </a:moveTo>
                <a:lnTo>
                  <a:pt x="5822" y="0"/>
                </a:lnTo>
                <a:cubicBezTo>
                  <a:pt x="5888" y="0"/>
                  <a:pt x="5942" y="54"/>
                  <a:pt x="5942" y="120"/>
                </a:cubicBezTo>
                <a:lnTo>
                  <a:pt x="5942" y="8340"/>
                </a:lnTo>
                <a:cubicBezTo>
                  <a:pt x="5942" y="8406"/>
                  <a:pt x="5888" y="8460"/>
                  <a:pt x="5822" y="8460"/>
                </a:cubicBezTo>
                <a:lnTo>
                  <a:pt x="120" y="8460"/>
                </a:lnTo>
                <a:cubicBezTo>
                  <a:pt x="54" y="8460"/>
                  <a:pt x="0" y="8406"/>
                  <a:pt x="0" y="834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4611370" y="163639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4668520" y="1769745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4668520" y="2225040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4611370" y="268033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4668520" y="2813685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4668520" y="3268980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0"/>
            </p:custDataLst>
          </p:nvPr>
        </p:nvSpPr>
        <p:spPr>
          <a:xfrm>
            <a:off x="4611370" y="372427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4668520" y="3857625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4668520" y="4312920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3"/>
            </p:custDataLst>
          </p:nvPr>
        </p:nvSpPr>
        <p:spPr>
          <a:xfrm>
            <a:off x="4611370" y="476821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14"/>
            </p:custDataLst>
          </p:nvPr>
        </p:nvSpPr>
        <p:spPr>
          <a:xfrm>
            <a:off x="4668520" y="4901565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15"/>
            </p:custDataLst>
          </p:nvPr>
        </p:nvSpPr>
        <p:spPr>
          <a:xfrm>
            <a:off x="4668520" y="5356860"/>
            <a:ext cx="19050" cy="45529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16"/>
            </p:custDataLst>
          </p:nvPr>
        </p:nvSpPr>
        <p:spPr>
          <a:xfrm>
            <a:off x="4611370" y="581215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17"/>
            </p:custDataLst>
          </p:nvPr>
        </p:nvSpPr>
        <p:spPr>
          <a:xfrm>
            <a:off x="4826000" y="1185545"/>
            <a:ext cx="6789420" cy="1034415"/>
          </a:xfrm>
          <a:custGeom>
            <a:avLst/>
            <a:gdLst>
              <a:gd name="sw" fmla="*/ 1 w 10691"/>
              <a:gd name="sh" fmla="*/ 1 h 1629"/>
              <a:gd name="mins" fmla="min sw sh"/>
              <a:gd name="dsw" fmla="+- 0 sw mins"/>
              <a:gd name="dsh" fmla="+- 0 sh mins"/>
              <a:gd name="p0x0" fmla="*/ 120 w 10691"/>
              <a:gd name="p0y0" fmla="*/ 0 h 1629"/>
              <a:gd name="p0x1" fmla="*/ 10571 w 10691"/>
              <a:gd name="p0y1" fmla="*/ 0 h 1629"/>
              <a:gd name="p0x2" fmla="*/ 10638 w 10691"/>
              <a:gd name="p0y2" fmla="*/ 0 h 1629"/>
              <a:gd name="p0x3" fmla="*/ 10691 w 10691"/>
              <a:gd name="p0y3" fmla="*/ 53 h 1629"/>
              <a:gd name="p0x4" fmla="*/ 10691 w 10691"/>
              <a:gd name="p0y4" fmla="*/ 120 h 1629"/>
              <a:gd name="p0x5" fmla="*/ 10691 w 10691"/>
              <a:gd name="p0y5" fmla="*/ 1509 h 1629"/>
              <a:gd name="p0x6" fmla="*/ 10691 w 10691"/>
              <a:gd name="p0y6" fmla="*/ 1575 h 1629"/>
              <a:gd name="p0x7" fmla="*/ 10638 w 10691"/>
              <a:gd name="p0y7" fmla="*/ 1629 h 1629"/>
              <a:gd name="p0x8" fmla="*/ 10571 w 10691"/>
              <a:gd name="p0y8" fmla="*/ 1629 h 1629"/>
              <a:gd name="p0x9" fmla="*/ 120 w 10691"/>
              <a:gd name="p0y9" fmla="*/ 1629 h 1629"/>
              <a:gd name="p0x10" fmla="*/ 53 w 10691"/>
              <a:gd name="p0y10" fmla="*/ 1629 h 1629"/>
              <a:gd name="p0x11" fmla="*/ 0 w 10691"/>
              <a:gd name="p0y11" fmla="*/ 1575 h 1629"/>
              <a:gd name="p0x12" fmla="*/ 0 w 10691"/>
              <a:gd name="p0y12" fmla="*/ 1509 h 1629"/>
              <a:gd name="p0x13" fmla="*/ 0 w 10691"/>
              <a:gd name="p0y13" fmla="*/ 120 h 1629"/>
              <a:gd name="p0x14" fmla="*/ 0 w 10691"/>
              <a:gd name="p0y14" fmla="*/ 53 h 1629"/>
              <a:gd name="p0x15" fmla="*/ 53 w 10691"/>
              <a:gd name="p0y15" fmla="*/ 0 h 1629"/>
              <a:gd name="p0x16" fmla="*/ 120 w 10691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4907232" y="1476823"/>
            <a:ext cx="66274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开场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9"/>
            </p:custDataLst>
          </p:nvPr>
        </p:nvSpPr>
        <p:spPr>
          <a:xfrm>
            <a:off x="4907232" y="1701136"/>
            <a:ext cx="6627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拉歌大战拉开帷幕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0"/>
            </p:custDataLst>
          </p:nvPr>
        </p:nvSpPr>
        <p:spPr>
          <a:xfrm>
            <a:off x="4826000" y="2229485"/>
            <a:ext cx="6789420" cy="1034415"/>
          </a:xfrm>
          <a:custGeom>
            <a:avLst/>
            <a:gdLst>
              <a:gd name="sw" fmla="*/ 1 w 10691"/>
              <a:gd name="sh" fmla="*/ 1 h 1629"/>
              <a:gd name="mins" fmla="min sw sh"/>
              <a:gd name="dsw" fmla="+- 0 sw mins"/>
              <a:gd name="dsh" fmla="+- 0 sh mins"/>
              <a:gd name="p0x0" fmla="*/ 120 w 10691"/>
              <a:gd name="p0y0" fmla="*/ 0 h 1629"/>
              <a:gd name="p0x1" fmla="*/ 10571 w 10691"/>
              <a:gd name="p0y1" fmla="*/ 0 h 1629"/>
              <a:gd name="p0x2" fmla="*/ 10638 w 10691"/>
              <a:gd name="p0y2" fmla="*/ 0 h 1629"/>
              <a:gd name="p0x3" fmla="*/ 10691 w 10691"/>
              <a:gd name="p0y3" fmla="*/ 53 h 1629"/>
              <a:gd name="p0x4" fmla="*/ 10691 w 10691"/>
              <a:gd name="p0y4" fmla="*/ 120 h 1629"/>
              <a:gd name="p0x5" fmla="*/ 10691 w 10691"/>
              <a:gd name="p0y5" fmla="*/ 1509 h 1629"/>
              <a:gd name="p0x6" fmla="*/ 10691 w 10691"/>
              <a:gd name="p0y6" fmla="*/ 1575 h 1629"/>
              <a:gd name="p0x7" fmla="*/ 10638 w 10691"/>
              <a:gd name="p0y7" fmla="*/ 1629 h 1629"/>
              <a:gd name="p0x8" fmla="*/ 10571 w 10691"/>
              <a:gd name="p0y8" fmla="*/ 1629 h 1629"/>
              <a:gd name="p0x9" fmla="*/ 120 w 10691"/>
              <a:gd name="p0y9" fmla="*/ 1629 h 1629"/>
              <a:gd name="p0x10" fmla="*/ 53 w 10691"/>
              <a:gd name="p0y10" fmla="*/ 1629 h 1629"/>
              <a:gd name="p0x11" fmla="*/ 0 w 10691"/>
              <a:gd name="p0y11" fmla="*/ 1575 h 1629"/>
              <a:gd name="p0x12" fmla="*/ 0 w 10691"/>
              <a:gd name="p0y12" fmla="*/ 1509 h 1629"/>
              <a:gd name="p0x13" fmla="*/ 0 w 10691"/>
              <a:gd name="p0y13" fmla="*/ 120 h 1629"/>
              <a:gd name="p0x14" fmla="*/ 0 w 10691"/>
              <a:gd name="p0y14" fmla="*/ 53 h 1629"/>
              <a:gd name="p0x15" fmla="*/ 53 w 10691"/>
              <a:gd name="p0y15" fmla="*/ 0 h 1629"/>
              <a:gd name="p0x16" fmla="*/ 120 w 10691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4907232" y="2520782"/>
            <a:ext cx="66274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交锋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2"/>
            </p:custDataLst>
          </p:nvPr>
        </p:nvSpPr>
        <p:spPr>
          <a:xfrm>
            <a:off x="4907232" y="2745095"/>
            <a:ext cx="6627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口号声此起彼伏，各连队使出浑身解数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4826000" y="3273425"/>
            <a:ext cx="6789420" cy="1034415"/>
          </a:xfrm>
          <a:custGeom>
            <a:avLst/>
            <a:gdLst>
              <a:gd name="sw" fmla="*/ 1 w 10691"/>
              <a:gd name="sh" fmla="*/ 1 h 1629"/>
              <a:gd name="mins" fmla="min sw sh"/>
              <a:gd name="dsw" fmla="+- 0 sw mins"/>
              <a:gd name="dsh" fmla="+- 0 sh mins"/>
              <a:gd name="p0x0" fmla="*/ 120 w 10691"/>
              <a:gd name="p0y0" fmla="*/ 0 h 1629"/>
              <a:gd name="p0x1" fmla="*/ 10571 w 10691"/>
              <a:gd name="p0y1" fmla="*/ 0 h 1629"/>
              <a:gd name="p0x2" fmla="*/ 10638 w 10691"/>
              <a:gd name="p0y2" fmla="*/ 0 h 1629"/>
              <a:gd name="p0x3" fmla="*/ 10691 w 10691"/>
              <a:gd name="p0y3" fmla="*/ 53 h 1629"/>
              <a:gd name="p0x4" fmla="*/ 10691 w 10691"/>
              <a:gd name="p0y4" fmla="*/ 120 h 1629"/>
              <a:gd name="p0x5" fmla="*/ 10691 w 10691"/>
              <a:gd name="p0y5" fmla="*/ 1509 h 1629"/>
              <a:gd name="p0x6" fmla="*/ 10691 w 10691"/>
              <a:gd name="p0y6" fmla="*/ 1575 h 1629"/>
              <a:gd name="p0x7" fmla="*/ 10638 w 10691"/>
              <a:gd name="p0y7" fmla="*/ 1629 h 1629"/>
              <a:gd name="p0x8" fmla="*/ 10571 w 10691"/>
              <a:gd name="p0y8" fmla="*/ 1629 h 1629"/>
              <a:gd name="p0x9" fmla="*/ 120 w 10691"/>
              <a:gd name="p0y9" fmla="*/ 1629 h 1629"/>
              <a:gd name="p0x10" fmla="*/ 53 w 10691"/>
              <a:gd name="p0y10" fmla="*/ 1629 h 1629"/>
              <a:gd name="p0x11" fmla="*/ 0 w 10691"/>
              <a:gd name="p0y11" fmla="*/ 1575 h 1629"/>
              <a:gd name="p0x12" fmla="*/ 0 w 10691"/>
              <a:gd name="p0y12" fmla="*/ 1509 h 1629"/>
              <a:gd name="p0x13" fmla="*/ 0 w 10691"/>
              <a:gd name="p0y13" fmla="*/ 120 h 1629"/>
              <a:gd name="p0x14" fmla="*/ 0 w 10691"/>
              <a:gd name="p0y14" fmla="*/ 53 h 1629"/>
              <a:gd name="p0x15" fmla="*/ 53 w 10691"/>
              <a:gd name="p0y15" fmla="*/ 0 h 1629"/>
              <a:gd name="p0x16" fmla="*/ 120 w 10691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4907232" y="3564731"/>
            <a:ext cx="66274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凝聚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4907232" y="3789045"/>
            <a:ext cx="6627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手臂挥舞指挥全场，全连声音随节奏起伏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4826000" y="4317365"/>
            <a:ext cx="6789420" cy="1034415"/>
          </a:xfrm>
          <a:custGeom>
            <a:avLst/>
            <a:gdLst>
              <a:gd name="sw" fmla="*/ 1 w 10691"/>
              <a:gd name="sh" fmla="*/ 1 h 1629"/>
              <a:gd name="mins" fmla="min sw sh"/>
              <a:gd name="dsw" fmla="+- 0 sw mins"/>
              <a:gd name="dsh" fmla="+- 0 sh mins"/>
              <a:gd name="p0x0" fmla="*/ 120 w 10691"/>
              <a:gd name="p0y0" fmla="*/ 0 h 1629"/>
              <a:gd name="p0x1" fmla="*/ 10571 w 10691"/>
              <a:gd name="p0y1" fmla="*/ 0 h 1629"/>
              <a:gd name="p0x2" fmla="*/ 10638 w 10691"/>
              <a:gd name="p0y2" fmla="*/ 0 h 1629"/>
              <a:gd name="p0x3" fmla="*/ 10691 w 10691"/>
              <a:gd name="p0y3" fmla="*/ 53 h 1629"/>
              <a:gd name="p0x4" fmla="*/ 10691 w 10691"/>
              <a:gd name="p0y4" fmla="*/ 120 h 1629"/>
              <a:gd name="p0x5" fmla="*/ 10691 w 10691"/>
              <a:gd name="p0y5" fmla="*/ 1509 h 1629"/>
              <a:gd name="p0x6" fmla="*/ 10691 w 10691"/>
              <a:gd name="p0y6" fmla="*/ 1575 h 1629"/>
              <a:gd name="p0x7" fmla="*/ 10638 w 10691"/>
              <a:gd name="p0y7" fmla="*/ 1629 h 1629"/>
              <a:gd name="p0x8" fmla="*/ 10571 w 10691"/>
              <a:gd name="p0y8" fmla="*/ 1629 h 1629"/>
              <a:gd name="p0x9" fmla="*/ 120 w 10691"/>
              <a:gd name="p0y9" fmla="*/ 1629 h 1629"/>
              <a:gd name="p0x10" fmla="*/ 53 w 10691"/>
              <a:gd name="p0y10" fmla="*/ 1629 h 1629"/>
              <a:gd name="p0x11" fmla="*/ 0 w 10691"/>
              <a:gd name="p0y11" fmla="*/ 1575 h 1629"/>
              <a:gd name="p0x12" fmla="*/ 0 w 10691"/>
              <a:gd name="p0y12" fmla="*/ 1509 h 1629"/>
              <a:gd name="p0x13" fmla="*/ 0 w 10691"/>
              <a:gd name="p0y13" fmla="*/ 120 h 1629"/>
              <a:gd name="p0x14" fmla="*/ 0 w 10691"/>
              <a:gd name="p0y14" fmla="*/ 53 h 1629"/>
              <a:gd name="p0x15" fmla="*/ 53 w 10691"/>
              <a:gd name="p0y15" fmla="*/ 0 h 1629"/>
              <a:gd name="p0x16" fmla="*/ 120 w 10691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4907232" y="4608690"/>
            <a:ext cx="66274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爆发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4907232" y="4833004"/>
            <a:ext cx="6627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全体起立，声音汇成洪流，震得训练场回响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4826000" y="5361305"/>
            <a:ext cx="6789420" cy="1034415"/>
          </a:xfrm>
          <a:custGeom>
            <a:avLst/>
            <a:gdLst>
              <a:gd name="sw" fmla="*/ 1 w 10691"/>
              <a:gd name="sh" fmla="*/ 1 h 1629"/>
              <a:gd name="mins" fmla="min sw sh"/>
              <a:gd name="dsw" fmla="+- 0 sw mins"/>
              <a:gd name="dsh" fmla="+- 0 sh mins"/>
              <a:gd name="p0x0" fmla="*/ 120 w 10691"/>
              <a:gd name="p0y0" fmla="*/ 0 h 1629"/>
              <a:gd name="p0x1" fmla="*/ 10571 w 10691"/>
              <a:gd name="p0y1" fmla="*/ 0 h 1629"/>
              <a:gd name="p0x2" fmla="*/ 10638 w 10691"/>
              <a:gd name="p0y2" fmla="*/ 0 h 1629"/>
              <a:gd name="p0x3" fmla="*/ 10691 w 10691"/>
              <a:gd name="p0y3" fmla="*/ 53 h 1629"/>
              <a:gd name="p0x4" fmla="*/ 10691 w 10691"/>
              <a:gd name="p0y4" fmla="*/ 120 h 1629"/>
              <a:gd name="p0x5" fmla="*/ 10691 w 10691"/>
              <a:gd name="p0y5" fmla="*/ 1509 h 1629"/>
              <a:gd name="p0x6" fmla="*/ 10691 w 10691"/>
              <a:gd name="p0y6" fmla="*/ 1575 h 1629"/>
              <a:gd name="p0x7" fmla="*/ 10638 w 10691"/>
              <a:gd name="p0y7" fmla="*/ 1629 h 1629"/>
              <a:gd name="p0x8" fmla="*/ 10571 w 10691"/>
              <a:gd name="p0y8" fmla="*/ 1629 h 1629"/>
              <a:gd name="p0x9" fmla="*/ 120 w 10691"/>
              <a:gd name="p0y9" fmla="*/ 1629 h 1629"/>
              <a:gd name="p0x10" fmla="*/ 53 w 10691"/>
              <a:gd name="p0y10" fmla="*/ 1629 h 1629"/>
              <a:gd name="p0x11" fmla="*/ 0 w 10691"/>
              <a:gd name="p0y11" fmla="*/ 1575 h 1629"/>
              <a:gd name="p0x12" fmla="*/ 0 w 10691"/>
              <a:gd name="p0y12" fmla="*/ 1509 h 1629"/>
              <a:gd name="p0x13" fmla="*/ 0 w 10691"/>
              <a:gd name="p0y13" fmla="*/ 120 h 1629"/>
              <a:gd name="p0x14" fmla="*/ 0 w 10691"/>
              <a:gd name="p0y14" fmla="*/ 53 h 1629"/>
              <a:gd name="p0x15" fmla="*/ 53 w 10691"/>
              <a:gd name="p0y15" fmla="*/ 0 h 1629"/>
              <a:gd name="p0x16" fmla="*/ 120 w 10691"/>
              <a:gd name="p0y16" fmla="*/ 0 h 162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4907232" y="5652640"/>
            <a:ext cx="6627467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同心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4907232" y="5876954"/>
            <a:ext cx="6627467" cy="2371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35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共同的呼吸和心跳，输赢皆欢呼</a:t>
            </a:r>
            <a:endParaRPr sz="135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互帮互助：战友就在身边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4" name="图片 3" descr="7d309311-9871-11f1-a923-968d873addf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69" r="69" b="2"/>
          <a:stretch>
            <a:fillRect/>
          </a:stretch>
        </p:blipFill>
        <p:spPr>
          <a:xfrm>
            <a:off x="571502" y="1104900"/>
            <a:ext cx="11048997" cy="14401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2268">
                <a:moveTo>
                  <a:pt x="120" y="0"/>
                </a:moveTo>
                <a:lnTo>
                  <a:pt x="17280" y="0"/>
                </a:lnTo>
                <a:cubicBezTo>
                  <a:pt x="17346" y="0"/>
                  <a:pt x="17400" y="54"/>
                  <a:pt x="17400" y="120"/>
                </a:cubicBezTo>
                <a:lnTo>
                  <a:pt x="17400" y="2148"/>
                </a:lnTo>
                <a:cubicBezTo>
                  <a:pt x="17400" y="2214"/>
                  <a:pt x="17346" y="2268"/>
                  <a:pt x="17280" y="2268"/>
                </a:cubicBezTo>
                <a:lnTo>
                  <a:pt x="120" y="2268"/>
                </a:lnTo>
                <a:cubicBezTo>
                  <a:pt x="54" y="2268"/>
                  <a:pt x="0" y="2214"/>
                  <a:pt x="0" y="2148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778125"/>
            <a:ext cx="2667000" cy="2912745"/>
          </a:xfrm>
          <a:custGeom>
            <a:avLst/>
            <a:gdLst>
              <a:gd name="sw" fmla="*/ 1 w 4200"/>
              <a:gd name="sh" fmla="*/ 1 h 4586"/>
              <a:gd name="mins" fmla="min sw sh"/>
              <a:gd name="dsw" fmla="+- 0 sw mins"/>
              <a:gd name="dsh" fmla="+- 0 sh mins"/>
              <a:gd name="p0x0" fmla="*/ 120 w 4200"/>
              <a:gd name="p0y0" fmla="*/ 0 h 4586"/>
              <a:gd name="p0x1" fmla="*/ 4080 w 4200"/>
              <a:gd name="p0y1" fmla="*/ 0 h 4586"/>
              <a:gd name="p0x2" fmla="*/ 4146 w 4200"/>
              <a:gd name="p0y2" fmla="*/ 0 h 4586"/>
              <a:gd name="p0x3" fmla="*/ 4200 w 4200"/>
              <a:gd name="p0y3" fmla="*/ 53 h 4586"/>
              <a:gd name="p0x4" fmla="*/ 4200 w 4200"/>
              <a:gd name="p0y4" fmla="*/ 120 h 4586"/>
              <a:gd name="p0x5" fmla="*/ 4200 w 4200"/>
              <a:gd name="p0y5" fmla="*/ 4466 h 4586"/>
              <a:gd name="p0x6" fmla="*/ 4200 w 4200"/>
              <a:gd name="p0y6" fmla="*/ 4533 h 4586"/>
              <a:gd name="p0x7" fmla="*/ 4146 w 4200"/>
              <a:gd name="p0y7" fmla="*/ 4586 h 4586"/>
              <a:gd name="p0x8" fmla="*/ 4080 w 4200"/>
              <a:gd name="p0y8" fmla="*/ 4586 h 4586"/>
              <a:gd name="p0x9" fmla="*/ 120 w 4200"/>
              <a:gd name="p0y9" fmla="*/ 4586 h 4586"/>
              <a:gd name="p0x10" fmla="*/ 53 w 4200"/>
              <a:gd name="p0y10" fmla="*/ 4586 h 4586"/>
              <a:gd name="p0x11" fmla="*/ 0 w 4200"/>
              <a:gd name="p0y11" fmla="*/ 4533 h 4586"/>
              <a:gd name="p0x12" fmla="*/ 0 w 4200"/>
              <a:gd name="p0y12" fmla="*/ 4466 h 4586"/>
              <a:gd name="p0x13" fmla="*/ 0 w 4200"/>
              <a:gd name="p0y13" fmla="*/ 120 h 4586"/>
              <a:gd name="p0x14" fmla="*/ 0 w 4200"/>
              <a:gd name="p0y14" fmla="*/ 53 h 4586"/>
              <a:gd name="p0x15" fmla="*/ 53 w 4200"/>
              <a:gd name="p0y15" fmla="*/ 0 h 4586"/>
              <a:gd name="p0x16" fmla="*/ 120 w 4200"/>
              <a:gd name="p0y16" fmla="*/ 0 h 458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36918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7d3092e3-9871-11f1-a923-968d873addf2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4" b="4"/>
          <a:stretch>
            <a:fillRect/>
          </a:stretch>
        </p:blipFill>
        <p:spPr>
          <a:xfrm>
            <a:off x="857250" y="3777615"/>
            <a:ext cx="247650" cy="247650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304925" y="3743335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训练中护送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771525" y="4210060"/>
            <a:ext cx="22764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有人中暑，战友</a:t>
            </a: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立刻架送</a:t>
            </a: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医务室，没有一秒犹豫</a:t>
            </a:r>
            <a:endParaRPr sz="135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3366770" y="2778125"/>
            <a:ext cx="2667000" cy="2912745"/>
          </a:xfrm>
          <a:custGeom>
            <a:avLst/>
            <a:gdLst>
              <a:gd name="sw" fmla="*/ 1 w 4200"/>
              <a:gd name="sh" fmla="*/ 1 h 4586"/>
              <a:gd name="mins" fmla="min sw sh"/>
              <a:gd name="dsw" fmla="+- 0 sw mins"/>
              <a:gd name="dsh" fmla="+- 0 sh mins"/>
              <a:gd name="p0x0" fmla="*/ 120 w 4200"/>
              <a:gd name="p0y0" fmla="*/ 0 h 4586"/>
              <a:gd name="p0x1" fmla="*/ 4080 w 4200"/>
              <a:gd name="p0y1" fmla="*/ 0 h 4586"/>
              <a:gd name="p0x2" fmla="*/ 4146 w 4200"/>
              <a:gd name="p0y2" fmla="*/ 0 h 4586"/>
              <a:gd name="p0x3" fmla="*/ 4200 w 4200"/>
              <a:gd name="p0y3" fmla="*/ 53 h 4586"/>
              <a:gd name="p0x4" fmla="*/ 4200 w 4200"/>
              <a:gd name="p0y4" fmla="*/ 120 h 4586"/>
              <a:gd name="p0x5" fmla="*/ 4200 w 4200"/>
              <a:gd name="p0y5" fmla="*/ 4466 h 4586"/>
              <a:gd name="p0x6" fmla="*/ 4200 w 4200"/>
              <a:gd name="p0y6" fmla="*/ 4533 h 4586"/>
              <a:gd name="p0x7" fmla="*/ 4146 w 4200"/>
              <a:gd name="p0y7" fmla="*/ 4586 h 4586"/>
              <a:gd name="p0x8" fmla="*/ 4080 w 4200"/>
              <a:gd name="p0y8" fmla="*/ 4586 h 4586"/>
              <a:gd name="p0x9" fmla="*/ 120 w 4200"/>
              <a:gd name="p0y9" fmla="*/ 4586 h 4586"/>
              <a:gd name="p0x10" fmla="*/ 53 w 4200"/>
              <a:gd name="p0y10" fmla="*/ 4586 h 4586"/>
              <a:gd name="p0x11" fmla="*/ 0 w 4200"/>
              <a:gd name="p0y11" fmla="*/ 4533 h 4586"/>
              <a:gd name="p0x12" fmla="*/ 0 w 4200"/>
              <a:gd name="p0y12" fmla="*/ 4466 h 4586"/>
              <a:gd name="p0x13" fmla="*/ 0 w 4200"/>
              <a:gd name="p0y13" fmla="*/ 120 h 4586"/>
              <a:gd name="p0x14" fmla="*/ 0 w 4200"/>
              <a:gd name="p0y14" fmla="*/ 53 h 4586"/>
              <a:gd name="p0x15" fmla="*/ 53 w 4200"/>
              <a:gd name="p0y15" fmla="*/ 0 h 4586"/>
              <a:gd name="p0x16" fmla="*/ 120 w 4200"/>
              <a:gd name="p0y16" fmla="*/ 0 h 458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12"/>
            </p:custDataLst>
          </p:nvPr>
        </p:nvSpPr>
        <p:spPr>
          <a:xfrm>
            <a:off x="3562350" y="36918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14" descr="7d309434-9871-11f1-a923-968d873addf2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-4" b="4"/>
          <a:stretch>
            <a:fillRect/>
          </a:stretch>
        </p:blipFill>
        <p:spPr>
          <a:xfrm>
            <a:off x="3648075" y="3777615"/>
            <a:ext cx="247650" cy="24765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4095750" y="3743335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午餐时分餐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3562350" y="4210060"/>
            <a:ext cx="22764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值日同学提前摆好饭盒，菜</a:t>
            </a: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分得均匀</a:t>
            </a: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，谁也不多不少</a:t>
            </a:r>
            <a:endParaRPr sz="135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8"/>
            </p:custDataLst>
          </p:nvPr>
        </p:nvSpPr>
        <p:spPr>
          <a:xfrm>
            <a:off x="6157595" y="2778125"/>
            <a:ext cx="2667000" cy="2912745"/>
          </a:xfrm>
          <a:custGeom>
            <a:avLst/>
            <a:gdLst>
              <a:gd name="sw" fmla="*/ 1 w 4200"/>
              <a:gd name="sh" fmla="*/ 1 h 4586"/>
              <a:gd name="mins" fmla="min sw sh"/>
              <a:gd name="dsw" fmla="+- 0 sw mins"/>
              <a:gd name="dsh" fmla="+- 0 sh mins"/>
              <a:gd name="p0x0" fmla="*/ 120 w 4200"/>
              <a:gd name="p0y0" fmla="*/ 0 h 4586"/>
              <a:gd name="p0x1" fmla="*/ 4080 w 4200"/>
              <a:gd name="p0y1" fmla="*/ 0 h 4586"/>
              <a:gd name="p0x2" fmla="*/ 4146 w 4200"/>
              <a:gd name="p0y2" fmla="*/ 0 h 4586"/>
              <a:gd name="p0x3" fmla="*/ 4200 w 4200"/>
              <a:gd name="p0y3" fmla="*/ 53 h 4586"/>
              <a:gd name="p0x4" fmla="*/ 4200 w 4200"/>
              <a:gd name="p0y4" fmla="*/ 120 h 4586"/>
              <a:gd name="p0x5" fmla="*/ 4200 w 4200"/>
              <a:gd name="p0y5" fmla="*/ 4466 h 4586"/>
              <a:gd name="p0x6" fmla="*/ 4200 w 4200"/>
              <a:gd name="p0y6" fmla="*/ 4533 h 4586"/>
              <a:gd name="p0x7" fmla="*/ 4146 w 4200"/>
              <a:gd name="p0y7" fmla="*/ 4586 h 4586"/>
              <a:gd name="p0x8" fmla="*/ 4080 w 4200"/>
              <a:gd name="p0y8" fmla="*/ 4586 h 4586"/>
              <a:gd name="p0x9" fmla="*/ 120 w 4200"/>
              <a:gd name="p0y9" fmla="*/ 4586 h 4586"/>
              <a:gd name="p0x10" fmla="*/ 53 w 4200"/>
              <a:gd name="p0y10" fmla="*/ 4586 h 4586"/>
              <a:gd name="p0x11" fmla="*/ 0 w 4200"/>
              <a:gd name="p0y11" fmla="*/ 4533 h 4586"/>
              <a:gd name="p0x12" fmla="*/ 0 w 4200"/>
              <a:gd name="p0y12" fmla="*/ 4466 h 4586"/>
              <a:gd name="p0x13" fmla="*/ 0 w 4200"/>
              <a:gd name="p0y13" fmla="*/ 120 h 4586"/>
              <a:gd name="p0x14" fmla="*/ 0 w 4200"/>
              <a:gd name="p0y14" fmla="*/ 53 h 4586"/>
              <a:gd name="p0x15" fmla="*/ 53 w 4200"/>
              <a:gd name="p0y15" fmla="*/ 0 h 4586"/>
              <a:gd name="p0x16" fmla="*/ 120 w 4200"/>
              <a:gd name="p0y16" fmla="*/ 0 h 458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 19"/>
          <p:cNvSpPr/>
          <p:nvPr>
            <p:custDataLst>
              <p:tags r:id="rId19"/>
            </p:custDataLst>
          </p:nvPr>
        </p:nvSpPr>
        <p:spPr>
          <a:xfrm>
            <a:off x="6353175" y="36918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20" descr="7d3095e2-9871-11f1-a923-968d873addf2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4" b="4"/>
          <a:stretch>
            <a:fillRect/>
          </a:stretch>
        </p:blipFill>
        <p:spPr>
          <a:xfrm>
            <a:off x="6438900" y="3777615"/>
            <a:ext cx="247650" cy="247650"/>
          </a:xfrm>
          <a:prstGeom prst="rect">
            <a:avLst/>
          </a:prstGeom>
        </p:spPr>
      </p:pic>
      <p:sp>
        <p:nvSpPr>
          <p:cNvPr id="23" name="文本框 22"/>
          <p:cNvSpPr txBox="1"/>
          <p:nvPr>
            <p:custDataLst>
              <p:tags r:id="rId23"/>
            </p:custDataLst>
          </p:nvPr>
        </p:nvSpPr>
        <p:spPr>
          <a:xfrm>
            <a:off x="6886575" y="3743335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生活中传授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4"/>
            </p:custDataLst>
          </p:nvPr>
        </p:nvSpPr>
        <p:spPr>
          <a:xfrm>
            <a:off x="6353175" y="4210060"/>
            <a:ext cx="2314727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不会搓领口，隔壁床</a:t>
            </a: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手把手教</a:t>
            </a:r>
            <a:endParaRPr sz="135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——</a:t>
            </a:r>
            <a:r>
              <a:rPr lang="zh-CN" altLang="en-US"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生活技能在集体中传递</a:t>
            </a:r>
            <a:endParaRPr lang="zh-CN" altLang="en-US" sz="135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5"/>
            </p:custDataLst>
          </p:nvPr>
        </p:nvSpPr>
        <p:spPr>
          <a:xfrm>
            <a:off x="8948420" y="2778125"/>
            <a:ext cx="2667000" cy="2912745"/>
          </a:xfrm>
          <a:custGeom>
            <a:avLst/>
            <a:gdLst>
              <a:gd name="sw" fmla="*/ 1 w 4200"/>
              <a:gd name="sh" fmla="*/ 1 h 4586"/>
              <a:gd name="mins" fmla="min sw sh"/>
              <a:gd name="dsw" fmla="+- 0 sw mins"/>
              <a:gd name="dsh" fmla="+- 0 sh mins"/>
              <a:gd name="p0x0" fmla="*/ 120 w 4200"/>
              <a:gd name="p0y0" fmla="*/ 0 h 4586"/>
              <a:gd name="p0x1" fmla="*/ 4080 w 4200"/>
              <a:gd name="p0y1" fmla="*/ 0 h 4586"/>
              <a:gd name="p0x2" fmla="*/ 4146 w 4200"/>
              <a:gd name="p0y2" fmla="*/ 0 h 4586"/>
              <a:gd name="p0x3" fmla="*/ 4200 w 4200"/>
              <a:gd name="p0y3" fmla="*/ 53 h 4586"/>
              <a:gd name="p0x4" fmla="*/ 4200 w 4200"/>
              <a:gd name="p0y4" fmla="*/ 120 h 4586"/>
              <a:gd name="p0x5" fmla="*/ 4200 w 4200"/>
              <a:gd name="p0y5" fmla="*/ 4466 h 4586"/>
              <a:gd name="p0x6" fmla="*/ 4200 w 4200"/>
              <a:gd name="p0y6" fmla="*/ 4533 h 4586"/>
              <a:gd name="p0x7" fmla="*/ 4146 w 4200"/>
              <a:gd name="p0y7" fmla="*/ 4586 h 4586"/>
              <a:gd name="p0x8" fmla="*/ 4080 w 4200"/>
              <a:gd name="p0y8" fmla="*/ 4586 h 4586"/>
              <a:gd name="p0x9" fmla="*/ 120 w 4200"/>
              <a:gd name="p0y9" fmla="*/ 4586 h 4586"/>
              <a:gd name="p0x10" fmla="*/ 53 w 4200"/>
              <a:gd name="p0y10" fmla="*/ 4586 h 4586"/>
              <a:gd name="p0x11" fmla="*/ 0 w 4200"/>
              <a:gd name="p0y11" fmla="*/ 4533 h 4586"/>
              <a:gd name="p0x12" fmla="*/ 0 w 4200"/>
              <a:gd name="p0y12" fmla="*/ 4466 h 4586"/>
              <a:gd name="p0x13" fmla="*/ 0 w 4200"/>
              <a:gd name="p0y13" fmla="*/ 120 h 4586"/>
              <a:gd name="p0x14" fmla="*/ 0 w 4200"/>
              <a:gd name="p0y14" fmla="*/ 53 h 4586"/>
              <a:gd name="p0x15" fmla="*/ 53 w 4200"/>
              <a:gd name="p0y15" fmla="*/ 0 h 4586"/>
              <a:gd name="p0x16" fmla="*/ 120 w 4200"/>
              <a:gd name="p0y16" fmla="*/ 0 h 4586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任意多边形 25"/>
          <p:cNvSpPr/>
          <p:nvPr>
            <p:custDataLst>
              <p:tags r:id="rId26"/>
            </p:custDataLst>
          </p:nvPr>
        </p:nvSpPr>
        <p:spPr>
          <a:xfrm>
            <a:off x="9144000" y="369189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7d309571-9871-11f1-a923-968d873addf2"/>
          <p:cNvPicPr/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t="-4" b="4"/>
          <a:stretch>
            <a:fillRect/>
          </a:stretch>
        </p:blipFill>
        <p:spPr>
          <a:xfrm>
            <a:off x="9229725" y="3777615"/>
            <a:ext cx="247650" cy="24765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0"/>
            </p:custDataLst>
          </p:nvPr>
        </p:nvSpPr>
        <p:spPr>
          <a:xfrm>
            <a:off x="9677400" y="3743335"/>
            <a:ext cx="1394517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36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深夜里照料</a:t>
            </a:r>
            <a:endParaRPr b="1" spc="36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1"/>
            </p:custDataLst>
          </p:nvPr>
        </p:nvSpPr>
        <p:spPr>
          <a:xfrm>
            <a:off x="9144000" y="4210060"/>
            <a:ext cx="2276475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脚磨出水泡，室友</a:t>
            </a: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蹲身贴创可贴</a:t>
            </a:r>
            <a:r>
              <a:rPr sz="135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，处理伤口</a:t>
            </a:r>
            <a:endParaRPr sz="135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2"/>
            </p:custDataLst>
          </p:nvPr>
        </p:nvSpPr>
        <p:spPr>
          <a:xfrm>
            <a:off x="571500" y="581025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33"/>
            </p:custDataLst>
          </p:nvPr>
        </p:nvSpPr>
        <p:spPr>
          <a:xfrm>
            <a:off x="762000" y="5985510"/>
            <a:ext cx="567229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这些微小瞬间，让</a:t>
            </a:r>
            <a:r>
              <a:rPr lang="en-US" altLang="zh-CN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集体</a:t>
            </a:r>
            <a:r>
              <a:rPr lang="en-US" altLang="zh-CN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从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抽象概念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变成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身边的温度</a:t>
            </a:r>
            <a:endParaRPr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集体荣誉：为了共同的名字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2447925" y="291909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2581275" y="2976245"/>
            <a:ext cx="172402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>
            <p:custDataLst>
              <p:tags r:id="rId4"/>
            </p:custDataLst>
          </p:nvPr>
        </p:nvSpPr>
        <p:spPr>
          <a:xfrm>
            <a:off x="4305300" y="2976245"/>
            <a:ext cx="172402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任意多边形 13"/>
          <p:cNvSpPr/>
          <p:nvPr>
            <p:custDataLst>
              <p:tags r:id="rId5"/>
            </p:custDataLst>
          </p:nvPr>
        </p:nvSpPr>
        <p:spPr>
          <a:xfrm>
            <a:off x="6029325" y="291909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>
            <p:custDataLst>
              <p:tags r:id="rId6"/>
            </p:custDataLst>
          </p:nvPr>
        </p:nvSpPr>
        <p:spPr>
          <a:xfrm>
            <a:off x="6162675" y="2976245"/>
            <a:ext cx="172402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7"/>
            </p:custDataLst>
          </p:nvPr>
        </p:nvSpPr>
        <p:spPr>
          <a:xfrm>
            <a:off x="7886700" y="2976245"/>
            <a:ext cx="172402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8"/>
            </p:custDataLst>
          </p:nvPr>
        </p:nvSpPr>
        <p:spPr>
          <a:xfrm>
            <a:off x="9610725" y="291909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9"/>
            </p:custDataLst>
          </p:nvPr>
        </p:nvSpPr>
        <p:spPr>
          <a:xfrm>
            <a:off x="571500" y="1115695"/>
            <a:ext cx="11049000" cy="714375"/>
          </a:xfrm>
          <a:custGeom>
            <a:avLst/>
            <a:gdLst>
              <a:gd name="sw" fmla="*/ 1 w 17400"/>
              <a:gd name="sh" fmla="*/ 1 h 1125"/>
              <a:gd name="mins" fmla="min sw sh"/>
              <a:gd name="dsw" fmla="+- 0 sw mins"/>
              <a:gd name="dsh" fmla="+- 0 sh mins"/>
              <a:gd name="p0x0" fmla="*/ 120 w 17400"/>
              <a:gd name="p0y0" fmla="*/ 0 h 1125"/>
              <a:gd name="p0x1" fmla="*/ 17280 w 17400"/>
              <a:gd name="p0y1" fmla="*/ 0 h 1125"/>
              <a:gd name="p0x2" fmla="*/ 17346 w 17400"/>
              <a:gd name="p0y2" fmla="*/ 0 h 1125"/>
              <a:gd name="p0x3" fmla="*/ 17400 w 17400"/>
              <a:gd name="p0y3" fmla="*/ 53 h 1125"/>
              <a:gd name="p0x4" fmla="*/ 17400 w 17400"/>
              <a:gd name="p0y4" fmla="*/ 120 h 1125"/>
              <a:gd name="p0x5" fmla="*/ 17400 w 17400"/>
              <a:gd name="p0y5" fmla="*/ 1005 h 1125"/>
              <a:gd name="p0x6" fmla="*/ 17400 w 17400"/>
              <a:gd name="p0y6" fmla="*/ 1071 h 1125"/>
              <a:gd name="p0x7" fmla="*/ 17346 w 17400"/>
              <a:gd name="p0y7" fmla="*/ 1125 h 1125"/>
              <a:gd name="p0x8" fmla="*/ 17280 w 17400"/>
              <a:gd name="p0y8" fmla="*/ 1125 h 1125"/>
              <a:gd name="p0x9" fmla="*/ 120 w 17400"/>
              <a:gd name="p0y9" fmla="*/ 1125 h 1125"/>
              <a:gd name="p0x10" fmla="*/ 53 w 17400"/>
              <a:gd name="p0y10" fmla="*/ 1125 h 1125"/>
              <a:gd name="p0x11" fmla="*/ 0 w 17400"/>
              <a:gd name="p0y11" fmla="*/ 1071 h 1125"/>
              <a:gd name="p0x12" fmla="*/ 0 w 17400"/>
              <a:gd name="p0y12" fmla="*/ 1005 h 1125"/>
              <a:gd name="p0x13" fmla="*/ 0 w 17400"/>
              <a:gd name="p0y13" fmla="*/ 120 h 1125"/>
              <a:gd name="p0x14" fmla="*/ 0 w 17400"/>
              <a:gd name="p0y14" fmla="*/ 53 h 1125"/>
              <a:gd name="p0x15" fmla="*/ 53 w 17400"/>
              <a:gd name="p0y15" fmla="*/ 0 h 1125"/>
              <a:gd name="p0x16" fmla="*/ 120 w 17400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0"/>
            </p:custDataLst>
          </p:nvPr>
        </p:nvSpPr>
        <p:spPr>
          <a:xfrm>
            <a:off x="762000" y="1290590"/>
            <a:ext cx="6667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当个人荣誉与集体荣誉绑定，</a:t>
            </a:r>
            <a:r>
              <a:rPr sz="21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集体主义才能真正内化</a:t>
            </a:r>
            <a:endParaRPr sz="2100"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1"/>
            </p:custDataLst>
          </p:nvPr>
        </p:nvSpPr>
        <p:spPr>
          <a:xfrm>
            <a:off x="728345" y="3181350"/>
            <a:ext cx="3571875" cy="1485900"/>
          </a:xfrm>
          <a:custGeom>
            <a:avLst/>
            <a:gdLst>
              <a:gd name="sw" fmla="*/ 1 w 5625"/>
              <a:gd name="sh" fmla="*/ 1 h 2340"/>
              <a:gd name="mins" fmla="min sw sh"/>
              <a:gd name="dsw" fmla="+- 0 sw mins"/>
              <a:gd name="dsh" fmla="+- 0 sh mins"/>
              <a:gd name="p0x0" fmla="*/ 120 w 5625"/>
              <a:gd name="p0y0" fmla="*/ 0 h 2340"/>
              <a:gd name="p0x1" fmla="*/ 5505 w 5625"/>
              <a:gd name="p0y1" fmla="*/ 0 h 2340"/>
              <a:gd name="p0x2" fmla="*/ 5571 w 5625"/>
              <a:gd name="p0y2" fmla="*/ 0 h 2340"/>
              <a:gd name="p0x3" fmla="*/ 5625 w 5625"/>
              <a:gd name="p0y3" fmla="*/ 53 h 2340"/>
              <a:gd name="p0x4" fmla="*/ 5625 w 5625"/>
              <a:gd name="p0y4" fmla="*/ 120 h 2340"/>
              <a:gd name="p0x5" fmla="*/ 5625 w 5625"/>
              <a:gd name="p0y5" fmla="*/ 2220 h 2340"/>
              <a:gd name="p0x6" fmla="*/ 5625 w 5625"/>
              <a:gd name="p0y6" fmla="*/ 2286 h 2340"/>
              <a:gd name="p0x7" fmla="*/ 5571 w 5625"/>
              <a:gd name="p0y7" fmla="*/ 2340 h 2340"/>
              <a:gd name="p0x8" fmla="*/ 5505 w 5625"/>
              <a:gd name="p0y8" fmla="*/ 2340 h 2340"/>
              <a:gd name="p0x9" fmla="*/ 120 w 5625"/>
              <a:gd name="p0y9" fmla="*/ 2340 h 2340"/>
              <a:gd name="p0x10" fmla="*/ 53 w 5625"/>
              <a:gd name="p0y10" fmla="*/ 2340 h 2340"/>
              <a:gd name="p0x11" fmla="*/ 0 w 5625"/>
              <a:gd name="p0y11" fmla="*/ 2286 h 2340"/>
              <a:gd name="p0x12" fmla="*/ 0 w 5625"/>
              <a:gd name="p0y12" fmla="*/ 2220 h 2340"/>
              <a:gd name="p0x13" fmla="*/ 0 w 5625"/>
              <a:gd name="p0y13" fmla="*/ 120 h 2340"/>
              <a:gd name="p0x14" fmla="*/ 0 w 5625"/>
              <a:gd name="p0y14" fmla="*/ 53 h 2340"/>
              <a:gd name="p0x15" fmla="*/ 53 w 5625"/>
              <a:gd name="p0y15" fmla="*/ 0 h 2340"/>
              <a:gd name="p0x16" fmla="*/ 120 w 562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2"/>
            </p:custDataLst>
          </p:nvPr>
        </p:nvSpPr>
        <p:spPr>
          <a:xfrm>
            <a:off x="847725" y="3300413"/>
            <a:ext cx="33337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绑定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847725" y="3524250"/>
            <a:ext cx="333375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教官讲述部队故事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847725" y="3803333"/>
            <a:ext cx="3505276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一个人立功，全班光荣；一个人犯错，全班检讨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15"/>
            </p:custDataLst>
          </p:nvPr>
        </p:nvSpPr>
        <p:spPr>
          <a:xfrm>
            <a:off x="4309745" y="3181350"/>
            <a:ext cx="3571875" cy="1485900"/>
          </a:xfrm>
          <a:custGeom>
            <a:avLst/>
            <a:gdLst>
              <a:gd name="sw" fmla="*/ 1 w 5625"/>
              <a:gd name="sh" fmla="*/ 1 h 2340"/>
              <a:gd name="mins" fmla="min sw sh"/>
              <a:gd name="dsw" fmla="+- 0 sw mins"/>
              <a:gd name="dsh" fmla="+- 0 sh mins"/>
              <a:gd name="p0x0" fmla="*/ 120 w 5625"/>
              <a:gd name="p0y0" fmla="*/ 0 h 2340"/>
              <a:gd name="p0x1" fmla="*/ 5505 w 5625"/>
              <a:gd name="p0y1" fmla="*/ 0 h 2340"/>
              <a:gd name="p0x2" fmla="*/ 5571 w 5625"/>
              <a:gd name="p0y2" fmla="*/ 0 h 2340"/>
              <a:gd name="p0x3" fmla="*/ 5625 w 5625"/>
              <a:gd name="p0y3" fmla="*/ 53 h 2340"/>
              <a:gd name="p0x4" fmla="*/ 5625 w 5625"/>
              <a:gd name="p0y4" fmla="*/ 120 h 2340"/>
              <a:gd name="p0x5" fmla="*/ 5625 w 5625"/>
              <a:gd name="p0y5" fmla="*/ 2220 h 2340"/>
              <a:gd name="p0x6" fmla="*/ 5625 w 5625"/>
              <a:gd name="p0y6" fmla="*/ 2286 h 2340"/>
              <a:gd name="p0x7" fmla="*/ 5571 w 5625"/>
              <a:gd name="p0y7" fmla="*/ 2340 h 2340"/>
              <a:gd name="p0x8" fmla="*/ 5505 w 5625"/>
              <a:gd name="p0y8" fmla="*/ 2340 h 2340"/>
              <a:gd name="p0x9" fmla="*/ 120 w 5625"/>
              <a:gd name="p0y9" fmla="*/ 2340 h 2340"/>
              <a:gd name="p0x10" fmla="*/ 53 w 5625"/>
              <a:gd name="p0y10" fmla="*/ 2340 h 2340"/>
              <a:gd name="p0x11" fmla="*/ 0 w 5625"/>
              <a:gd name="p0y11" fmla="*/ 2286 h 2340"/>
              <a:gd name="p0x12" fmla="*/ 0 w 5625"/>
              <a:gd name="p0y12" fmla="*/ 2220 h 2340"/>
              <a:gd name="p0x13" fmla="*/ 0 w 5625"/>
              <a:gd name="p0y13" fmla="*/ 120 h 2340"/>
              <a:gd name="p0x14" fmla="*/ 0 w 5625"/>
              <a:gd name="p0y14" fmla="*/ 53 h 2340"/>
              <a:gd name="p0x15" fmla="*/ 53 w 5625"/>
              <a:gd name="p0y15" fmla="*/ 0 h 2340"/>
              <a:gd name="p0x16" fmla="*/ 120 w 562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>
            <p:custDataLst>
              <p:tags r:id="rId16"/>
            </p:custDataLst>
          </p:nvPr>
        </p:nvSpPr>
        <p:spPr>
          <a:xfrm>
            <a:off x="4429125" y="3300413"/>
            <a:ext cx="33337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在意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17"/>
            </p:custDataLst>
          </p:nvPr>
        </p:nvSpPr>
        <p:spPr>
          <a:xfrm>
            <a:off x="4429125" y="3524250"/>
            <a:ext cx="20955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流动红旗是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集体的脸面</a:t>
            </a:r>
            <a:endParaRPr sz="15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18"/>
            </p:custDataLst>
          </p:nvPr>
        </p:nvSpPr>
        <p:spPr>
          <a:xfrm>
            <a:off x="4429125" y="3803333"/>
            <a:ext cx="3333750" cy="5047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连续三天夺旗，第四天因内务扣分丢失，全连沉默整夜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19"/>
            </p:custDataLst>
          </p:nvPr>
        </p:nvSpPr>
        <p:spPr>
          <a:xfrm>
            <a:off x="7891145" y="3181350"/>
            <a:ext cx="3571875" cy="1485900"/>
          </a:xfrm>
          <a:custGeom>
            <a:avLst/>
            <a:gdLst>
              <a:gd name="sw" fmla="*/ 1 w 5625"/>
              <a:gd name="sh" fmla="*/ 1 h 2340"/>
              <a:gd name="mins" fmla="min sw sh"/>
              <a:gd name="dsw" fmla="+- 0 sw mins"/>
              <a:gd name="dsh" fmla="+- 0 sh mins"/>
              <a:gd name="p0x0" fmla="*/ 120 w 5625"/>
              <a:gd name="p0y0" fmla="*/ 0 h 2340"/>
              <a:gd name="p0x1" fmla="*/ 5505 w 5625"/>
              <a:gd name="p0y1" fmla="*/ 0 h 2340"/>
              <a:gd name="p0x2" fmla="*/ 5571 w 5625"/>
              <a:gd name="p0y2" fmla="*/ 0 h 2340"/>
              <a:gd name="p0x3" fmla="*/ 5625 w 5625"/>
              <a:gd name="p0y3" fmla="*/ 53 h 2340"/>
              <a:gd name="p0x4" fmla="*/ 5625 w 5625"/>
              <a:gd name="p0y4" fmla="*/ 120 h 2340"/>
              <a:gd name="p0x5" fmla="*/ 5625 w 5625"/>
              <a:gd name="p0y5" fmla="*/ 2220 h 2340"/>
              <a:gd name="p0x6" fmla="*/ 5625 w 5625"/>
              <a:gd name="p0y6" fmla="*/ 2286 h 2340"/>
              <a:gd name="p0x7" fmla="*/ 5571 w 5625"/>
              <a:gd name="p0y7" fmla="*/ 2340 h 2340"/>
              <a:gd name="p0x8" fmla="*/ 5505 w 5625"/>
              <a:gd name="p0y8" fmla="*/ 2340 h 2340"/>
              <a:gd name="p0x9" fmla="*/ 120 w 5625"/>
              <a:gd name="p0y9" fmla="*/ 2340 h 2340"/>
              <a:gd name="p0x10" fmla="*/ 53 w 5625"/>
              <a:gd name="p0y10" fmla="*/ 2340 h 2340"/>
              <a:gd name="p0x11" fmla="*/ 0 w 5625"/>
              <a:gd name="p0y11" fmla="*/ 2286 h 2340"/>
              <a:gd name="p0x12" fmla="*/ 0 w 5625"/>
              <a:gd name="p0y12" fmla="*/ 2220 h 2340"/>
              <a:gd name="p0x13" fmla="*/ 0 w 5625"/>
              <a:gd name="p0y13" fmla="*/ 120 h 2340"/>
              <a:gd name="p0x14" fmla="*/ 0 w 5625"/>
              <a:gd name="p0y14" fmla="*/ 53 h 2340"/>
              <a:gd name="p0x15" fmla="*/ 53 w 5625"/>
              <a:gd name="p0y15" fmla="*/ 0 h 2340"/>
              <a:gd name="p0x16" fmla="*/ 120 w 5625"/>
              <a:gd name="p0y16" fmla="*/ 0 h 23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>
            <p:custDataLst>
              <p:tags r:id="rId20"/>
            </p:custDataLst>
          </p:nvPr>
        </p:nvSpPr>
        <p:spPr>
          <a:xfrm>
            <a:off x="8010525" y="3300413"/>
            <a:ext cx="3333750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内化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21"/>
            </p:custDataLst>
          </p:nvPr>
        </p:nvSpPr>
        <p:spPr>
          <a:xfrm>
            <a:off x="8010525" y="3524250"/>
            <a:ext cx="1905000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无人抱怨，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一起复盘</a:t>
            </a:r>
            <a:endParaRPr sz="15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2"/>
            </p:custDataLst>
          </p:nvPr>
        </p:nvSpPr>
        <p:spPr>
          <a:xfrm>
            <a:off x="8010525" y="3803333"/>
            <a:ext cx="3400425" cy="74855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次日主动提前半小时整理内务；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我们连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成为口头禅，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不能给连队丢脸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成为行动准则，集体荣誉感</a:t>
            </a:r>
            <a:endParaRPr lang="zh-CN" altLang="en-US"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刻进了本能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571500" y="5750560"/>
            <a:ext cx="11049000" cy="714375"/>
          </a:xfrm>
          <a:custGeom>
            <a:avLst/>
            <a:gdLst>
              <a:gd name="sw" fmla="*/ 1 w 17400"/>
              <a:gd name="sh" fmla="*/ 1 h 1125"/>
              <a:gd name="mins" fmla="min sw sh"/>
              <a:gd name="dsw" fmla="+- 0 sw mins"/>
              <a:gd name="dsh" fmla="+- 0 sh mins"/>
              <a:gd name="p0x0" fmla="*/ 120 w 17400"/>
              <a:gd name="p0y0" fmla="*/ 0 h 1125"/>
              <a:gd name="p0x1" fmla="*/ 17280 w 17400"/>
              <a:gd name="p0y1" fmla="*/ 0 h 1125"/>
              <a:gd name="p0x2" fmla="*/ 17346 w 17400"/>
              <a:gd name="p0y2" fmla="*/ 0 h 1125"/>
              <a:gd name="p0x3" fmla="*/ 17400 w 17400"/>
              <a:gd name="p0y3" fmla="*/ 53 h 1125"/>
              <a:gd name="p0x4" fmla="*/ 17400 w 17400"/>
              <a:gd name="p0y4" fmla="*/ 120 h 1125"/>
              <a:gd name="p0x5" fmla="*/ 17400 w 17400"/>
              <a:gd name="p0y5" fmla="*/ 1005 h 1125"/>
              <a:gd name="p0x6" fmla="*/ 17400 w 17400"/>
              <a:gd name="p0y6" fmla="*/ 1071 h 1125"/>
              <a:gd name="p0x7" fmla="*/ 17346 w 17400"/>
              <a:gd name="p0y7" fmla="*/ 1125 h 1125"/>
              <a:gd name="p0x8" fmla="*/ 17280 w 17400"/>
              <a:gd name="p0y8" fmla="*/ 1125 h 1125"/>
              <a:gd name="p0x9" fmla="*/ 120 w 17400"/>
              <a:gd name="p0y9" fmla="*/ 1125 h 1125"/>
              <a:gd name="p0x10" fmla="*/ 53 w 17400"/>
              <a:gd name="p0y10" fmla="*/ 1125 h 1125"/>
              <a:gd name="p0x11" fmla="*/ 0 w 17400"/>
              <a:gd name="p0y11" fmla="*/ 1071 h 1125"/>
              <a:gd name="p0x12" fmla="*/ 0 w 17400"/>
              <a:gd name="p0y12" fmla="*/ 1005 h 1125"/>
              <a:gd name="p0x13" fmla="*/ 0 w 17400"/>
              <a:gd name="p0y13" fmla="*/ 120 h 1125"/>
              <a:gd name="p0x14" fmla="*/ 0 w 17400"/>
              <a:gd name="p0y14" fmla="*/ 53 h 1125"/>
              <a:gd name="p0x15" fmla="*/ 53 w 17400"/>
              <a:gd name="p0y15" fmla="*/ 0 h 1125"/>
              <a:gd name="p0x16" fmla="*/ 120 w 17400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762000" y="5925474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集体荣誉感，</a:t>
            </a:r>
            <a:r>
              <a:rPr sz="21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刻进了本能</a:t>
            </a:r>
            <a:endParaRPr sz="2100"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集体主义训练的成果数据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"/>
            </p:custDataLst>
          </p:nvPr>
        </p:nvSpPr>
        <p:spPr>
          <a:xfrm>
            <a:off x="571500" y="1336675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762000" y="1512551"/>
            <a:ext cx="6858229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军训前后班级集体协作能力自评显示，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团队默契度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提升最为显著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575945" y="2469515"/>
            <a:ext cx="11039475" cy="4002405"/>
          </a:xfrm>
          <a:custGeom>
            <a:avLst/>
            <a:gdLst>
              <a:gd name="sw" fmla="*/ 1 w 17385"/>
              <a:gd name="sh" fmla="*/ 1 h 6302"/>
              <a:gd name="mins" fmla="min sw sh"/>
              <a:gd name="dsw" fmla="+- 0 sw mins"/>
              <a:gd name="dsh" fmla="+- 0 sh mins"/>
              <a:gd name="p0x0" fmla="*/ 120 w 17385"/>
              <a:gd name="p0y0" fmla="*/ 0 h 6302"/>
              <a:gd name="p0x1" fmla="*/ 17265 w 17385"/>
              <a:gd name="p0y1" fmla="*/ 0 h 6302"/>
              <a:gd name="p0x2" fmla="*/ 17331 w 17385"/>
              <a:gd name="p0y2" fmla="*/ 0 h 6302"/>
              <a:gd name="p0x3" fmla="*/ 17385 w 17385"/>
              <a:gd name="p0y3" fmla="*/ 53 h 6302"/>
              <a:gd name="p0x4" fmla="*/ 17385 w 17385"/>
              <a:gd name="p0y4" fmla="*/ 120 h 6302"/>
              <a:gd name="p0x5" fmla="*/ 17385 w 17385"/>
              <a:gd name="p0y5" fmla="*/ 6182 h 6302"/>
              <a:gd name="p0x6" fmla="*/ 17385 w 17385"/>
              <a:gd name="p0y6" fmla="*/ 6249 h 6302"/>
              <a:gd name="p0x7" fmla="*/ 17331 w 17385"/>
              <a:gd name="p0y7" fmla="*/ 6302 h 6302"/>
              <a:gd name="p0x8" fmla="*/ 17265 w 17385"/>
              <a:gd name="p0y8" fmla="*/ 6302 h 6302"/>
              <a:gd name="p0x9" fmla="*/ 120 w 17385"/>
              <a:gd name="p0y9" fmla="*/ 6302 h 6302"/>
              <a:gd name="p0x10" fmla="*/ 53 w 17385"/>
              <a:gd name="p0y10" fmla="*/ 6302 h 6302"/>
              <a:gd name="p0x11" fmla="*/ 0 w 17385"/>
              <a:gd name="p0y11" fmla="*/ 6249 h 6302"/>
              <a:gd name="p0x12" fmla="*/ 0 w 17385"/>
              <a:gd name="p0y12" fmla="*/ 6182 h 6302"/>
              <a:gd name="p0x13" fmla="*/ 0 w 17385"/>
              <a:gd name="p0y13" fmla="*/ 120 h 6302"/>
              <a:gd name="p0x14" fmla="*/ 0 w 17385"/>
              <a:gd name="p0y14" fmla="*/ 53 h 6302"/>
              <a:gd name="p0x15" fmla="*/ 53 w 17385"/>
              <a:gd name="p0y15" fmla="*/ 0 h 6302"/>
              <a:gd name="p0x16" fmla="*/ 120 w 17385"/>
              <a:gd name="p0y16" fmla="*/ 0 h 6302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771525" y="2648874"/>
            <a:ext cx="106489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军训前后四项集体协作指标对比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graphicFrame>
        <p:nvGraphicFramePr>
          <p:cNvPr id="9" name="图表 8"/>
          <p:cNvGraphicFramePr/>
          <p:nvPr/>
        </p:nvGraphicFramePr>
        <p:xfrm>
          <a:off x="771525" y="3074035"/>
          <a:ext cx="1064895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训练场上的温暖瞬间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884555"/>
          </a:xfrm>
          <a:custGeom>
            <a:avLst/>
            <a:gdLst>
              <a:gd name="sw" fmla="*/ 1 w 17400"/>
              <a:gd name="sh" fmla="*/ 1 h 1393"/>
              <a:gd name="mins" fmla="min sw sh"/>
              <a:gd name="dsw" fmla="+- 0 sw mins"/>
              <a:gd name="dsh" fmla="+- 0 sh mins"/>
              <a:gd name="p0x0" fmla="*/ 120 w 17400"/>
              <a:gd name="p0y0" fmla="*/ 0 h 1393"/>
              <a:gd name="p0x1" fmla="*/ 17280 w 17400"/>
              <a:gd name="p0y1" fmla="*/ 0 h 1393"/>
              <a:gd name="p0x2" fmla="*/ 17346 w 17400"/>
              <a:gd name="p0y2" fmla="*/ 0 h 1393"/>
              <a:gd name="p0x3" fmla="*/ 17400 w 17400"/>
              <a:gd name="p0y3" fmla="*/ 53 h 1393"/>
              <a:gd name="p0x4" fmla="*/ 17400 w 17400"/>
              <a:gd name="p0y4" fmla="*/ 120 h 1393"/>
              <a:gd name="p0x5" fmla="*/ 17400 w 17400"/>
              <a:gd name="p0y5" fmla="*/ 1273 h 1393"/>
              <a:gd name="p0x6" fmla="*/ 17400 w 17400"/>
              <a:gd name="p0y6" fmla="*/ 1339 h 1393"/>
              <a:gd name="p0x7" fmla="*/ 17346 w 17400"/>
              <a:gd name="p0y7" fmla="*/ 1393 h 1393"/>
              <a:gd name="p0x8" fmla="*/ 17280 w 17400"/>
              <a:gd name="p0y8" fmla="*/ 1393 h 1393"/>
              <a:gd name="p0x9" fmla="*/ 120 w 17400"/>
              <a:gd name="p0y9" fmla="*/ 1393 h 1393"/>
              <a:gd name="p0x10" fmla="*/ 53 w 17400"/>
              <a:gd name="p0y10" fmla="*/ 1393 h 1393"/>
              <a:gd name="p0x11" fmla="*/ 0 w 17400"/>
              <a:gd name="p0y11" fmla="*/ 1339 h 1393"/>
              <a:gd name="p0x12" fmla="*/ 0 w 17400"/>
              <a:gd name="p0y12" fmla="*/ 1273 h 1393"/>
              <a:gd name="p0x13" fmla="*/ 0 w 17400"/>
              <a:gd name="p0y13" fmla="*/ 120 h 1393"/>
              <a:gd name="p0x14" fmla="*/ 0 w 17400"/>
              <a:gd name="p0y14" fmla="*/ 53 h 1393"/>
              <a:gd name="p0x15" fmla="*/ 53 w 17400"/>
              <a:gd name="p0y15" fmla="*/ 0 h 1393"/>
              <a:gd name="p0x16" fmla="*/ 120 w 17400"/>
              <a:gd name="p0y16" fmla="*/ 0 h 1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389107"/>
            <a:ext cx="1066800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最动人的集体精神，藏在那些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不经意的瞬间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里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120 w 5585"/>
              <a:gd name="p0y0" fmla="*/ 0 h 4938"/>
              <a:gd name="p0x1" fmla="*/ 5465 w 5585"/>
              <a:gd name="p0y1" fmla="*/ 0 h 4938"/>
              <a:gd name="p0x2" fmla="*/ 5531 w 5585"/>
              <a:gd name="p0y2" fmla="*/ 0 h 4938"/>
              <a:gd name="p0x3" fmla="*/ 5585 w 5585"/>
              <a:gd name="p0y3" fmla="*/ 53 h 4938"/>
              <a:gd name="p0x4" fmla="*/ 5585 w 5585"/>
              <a:gd name="p0y4" fmla="*/ 120 h 4938"/>
              <a:gd name="p0x5" fmla="*/ 5585 w 5585"/>
              <a:gd name="p0y5" fmla="*/ 4818 h 4938"/>
              <a:gd name="p0x6" fmla="*/ 5585 w 5585"/>
              <a:gd name="p0y6" fmla="*/ 4884 h 4938"/>
              <a:gd name="p0x7" fmla="*/ 5531 w 5585"/>
              <a:gd name="p0y7" fmla="*/ 4938 h 4938"/>
              <a:gd name="p0x8" fmla="*/ 5465 w 5585"/>
              <a:gd name="p0y8" fmla="*/ 4938 h 4938"/>
              <a:gd name="p0x9" fmla="*/ 120 w 5585"/>
              <a:gd name="p0y9" fmla="*/ 4938 h 4938"/>
              <a:gd name="p0x10" fmla="*/ 53 w 5585"/>
              <a:gd name="p0y10" fmla="*/ 4938 h 4938"/>
              <a:gd name="p0x11" fmla="*/ 0 w 5585"/>
              <a:gd name="p0y11" fmla="*/ 4884 h 4938"/>
              <a:gd name="p0x12" fmla="*/ 0 w 5585"/>
              <a:gd name="p0y12" fmla="*/ 4818 h 4938"/>
              <a:gd name="p0x13" fmla="*/ 0 w 5585"/>
              <a:gd name="p0y13" fmla="*/ 120 h 4938"/>
              <a:gd name="p0x14" fmla="*/ 0 w 5585"/>
              <a:gd name="p0y14" fmla="*/ 53 h 4938"/>
              <a:gd name="p0x15" fmla="*/ 53 w 5585"/>
              <a:gd name="p0y15" fmla="*/ 0 h 4938"/>
              <a:gd name="p0x16" fmla="*/ 12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3193733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铁汉柔情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36195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771525" y="37480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教官坐下讲当兵故事，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铁汉的柔情</a:t>
            </a: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让所有人安静聆听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8"/>
            </p:custDataLst>
          </p:nvPr>
        </p:nvSpPr>
        <p:spPr>
          <a:xfrm>
            <a:off x="43224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120 w 5585"/>
              <a:gd name="p0y0" fmla="*/ 0 h 4938"/>
              <a:gd name="p0x1" fmla="*/ 5465 w 5585"/>
              <a:gd name="p0y1" fmla="*/ 0 h 4938"/>
              <a:gd name="p0x2" fmla="*/ 5531 w 5585"/>
              <a:gd name="p0y2" fmla="*/ 0 h 4938"/>
              <a:gd name="p0x3" fmla="*/ 5585 w 5585"/>
              <a:gd name="p0y3" fmla="*/ 53 h 4938"/>
              <a:gd name="p0x4" fmla="*/ 5585 w 5585"/>
              <a:gd name="p0y4" fmla="*/ 120 h 4938"/>
              <a:gd name="p0x5" fmla="*/ 5585 w 5585"/>
              <a:gd name="p0y5" fmla="*/ 4818 h 4938"/>
              <a:gd name="p0x6" fmla="*/ 5585 w 5585"/>
              <a:gd name="p0y6" fmla="*/ 4884 h 4938"/>
              <a:gd name="p0x7" fmla="*/ 5531 w 5585"/>
              <a:gd name="p0y7" fmla="*/ 4938 h 4938"/>
              <a:gd name="p0x8" fmla="*/ 5465 w 5585"/>
              <a:gd name="p0y8" fmla="*/ 4938 h 4938"/>
              <a:gd name="p0x9" fmla="*/ 120 w 5585"/>
              <a:gd name="p0y9" fmla="*/ 4938 h 4938"/>
              <a:gd name="p0x10" fmla="*/ 53 w 5585"/>
              <a:gd name="p0y10" fmla="*/ 4938 h 4938"/>
              <a:gd name="p0x11" fmla="*/ 0 w 5585"/>
              <a:gd name="p0y11" fmla="*/ 4884 h 4938"/>
              <a:gd name="p0x12" fmla="*/ 0 w 5585"/>
              <a:gd name="p0y12" fmla="*/ 4818 h 4938"/>
              <a:gd name="p0x13" fmla="*/ 0 w 5585"/>
              <a:gd name="p0y13" fmla="*/ 120 h 4938"/>
              <a:gd name="p0x14" fmla="*/ 0 w 5585"/>
              <a:gd name="p0y14" fmla="*/ 53 h 4938"/>
              <a:gd name="p0x15" fmla="*/ 53 w 5585"/>
              <a:gd name="p0y15" fmla="*/ 0 h 4938"/>
              <a:gd name="p0x16" fmla="*/ 12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9"/>
            </p:custDataLst>
          </p:nvPr>
        </p:nvSpPr>
        <p:spPr>
          <a:xfrm>
            <a:off x="4518051" y="3193733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集体惊喜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0"/>
            </p:custDataLst>
          </p:nvPr>
        </p:nvSpPr>
        <p:spPr>
          <a:xfrm>
            <a:off x="4518025" y="36195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1"/>
            </p:custDataLst>
          </p:nvPr>
        </p:nvSpPr>
        <p:spPr>
          <a:xfrm>
            <a:off x="4518051" y="3748088"/>
            <a:ext cx="3048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indent="0"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全连偷偷准备生日惊喜，那个同学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哭得说不出话</a:t>
            </a:r>
            <a:endParaRPr sz="15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2"/>
            </p:custDataLst>
          </p:nvPr>
        </p:nvSpPr>
        <p:spPr>
          <a:xfrm>
            <a:off x="8068945" y="2222500"/>
            <a:ext cx="3546475" cy="3136265"/>
          </a:xfrm>
          <a:custGeom>
            <a:avLst/>
            <a:gdLst>
              <a:gd name="sw" fmla="*/ 1 w 5585"/>
              <a:gd name="sh" fmla="*/ 1 h 4938"/>
              <a:gd name="mins" fmla="min sw sh"/>
              <a:gd name="dsw" fmla="+- 0 sw mins"/>
              <a:gd name="dsh" fmla="+- 0 sh mins"/>
              <a:gd name="p0x0" fmla="*/ 120 w 5585"/>
              <a:gd name="p0y0" fmla="*/ 0 h 4938"/>
              <a:gd name="p0x1" fmla="*/ 5465 w 5585"/>
              <a:gd name="p0y1" fmla="*/ 0 h 4938"/>
              <a:gd name="p0x2" fmla="*/ 5531 w 5585"/>
              <a:gd name="p0y2" fmla="*/ 0 h 4938"/>
              <a:gd name="p0x3" fmla="*/ 5585 w 5585"/>
              <a:gd name="p0y3" fmla="*/ 53 h 4938"/>
              <a:gd name="p0x4" fmla="*/ 5585 w 5585"/>
              <a:gd name="p0y4" fmla="*/ 120 h 4938"/>
              <a:gd name="p0x5" fmla="*/ 5585 w 5585"/>
              <a:gd name="p0y5" fmla="*/ 4818 h 4938"/>
              <a:gd name="p0x6" fmla="*/ 5585 w 5585"/>
              <a:gd name="p0y6" fmla="*/ 4884 h 4938"/>
              <a:gd name="p0x7" fmla="*/ 5531 w 5585"/>
              <a:gd name="p0y7" fmla="*/ 4938 h 4938"/>
              <a:gd name="p0x8" fmla="*/ 5465 w 5585"/>
              <a:gd name="p0y8" fmla="*/ 4938 h 4938"/>
              <a:gd name="p0x9" fmla="*/ 120 w 5585"/>
              <a:gd name="p0y9" fmla="*/ 4938 h 4938"/>
              <a:gd name="p0x10" fmla="*/ 53 w 5585"/>
              <a:gd name="p0y10" fmla="*/ 4938 h 4938"/>
              <a:gd name="p0x11" fmla="*/ 0 w 5585"/>
              <a:gd name="p0y11" fmla="*/ 4884 h 4938"/>
              <a:gd name="p0x12" fmla="*/ 0 w 5585"/>
              <a:gd name="p0y12" fmla="*/ 4818 h 4938"/>
              <a:gd name="p0x13" fmla="*/ 0 w 5585"/>
              <a:gd name="p0y13" fmla="*/ 120 h 4938"/>
              <a:gd name="p0x14" fmla="*/ 0 w 5585"/>
              <a:gd name="p0y14" fmla="*/ 53 h 4938"/>
              <a:gd name="p0x15" fmla="*/ 53 w 5585"/>
              <a:gd name="p0y15" fmla="*/ 0 h 4938"/>
              <a:gd name="p0x16" fmla="*/ 120 w 558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3"/>
            </p:custDataLst>
          </p:nvPr>
        </p:nvSpPr>
        <p:spPr>
          <a:xfrm>
            <a:off x="8264576" y="3193733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无声守护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4"/>
            </p:custDataLst>
          </p:nvPr>
        </p:nvSpPr>
        <p:spPr>
          <a:xfrm>
            <a:off x="8264525" y="3619500"/>
            <a:ext cx="381000" cy="28575"/>
          </a:xfrm>
          <a:custGeom>
            <a:avLst/>
            <a:gdLst>
              <a:gd name="sw" fmla="*/ 1 w 600"/>
              <a:gd name="sh" fmla="*/ 1 h 45"/>
              <a:gd name="mins" fmla="min sw sh"/>
              <a:gd name="dsw" fmla="+- 0 sw mins"/>
              <a:gd name="dsh" fmla="+- 0 sh mins"/>
              <a:gd name="p0x0" fmla="*/ 22 w 600"/>
              <a:gd name="p0y0" fmla="*/ 0 h 45"/>
              <a:gd name="p0x1" fmla="*/ 577 w 600"/>
              <a:gd name="p0y1" fmla="*/ 0 h 45"/>
              <a:gd name="p0x2" fmla="*/ 589 w 600"/>
              <a:gd name="p0y2" fmla="*/ 0 h 45"/>
              <a:gd name="p0x3" fmla="*/ 600 w 600"/>
              <a:gd name="p0y3" fmla="*/ 10 h 45"/>
              <a:gd name="p0x4" fmla="*/ 600 w 600"/>
              <a:gd name="p0y4" fmla="*/ 22 h 45"/>
              <a:gd name="p0x5" fmla="*/ 600 w 600"/>
              <a:gd name="p0y5" fmla="*/ 34 h 45"/>
              <a:gd name="p0x6" fmla="*/ 589 w 600"/>
              <a:gd name="p0y6" fmla="*/ 45 h 45"/>
              <a:gd name="p0x7" fmla="*/ 577 w 600"/>
              <a:gd name="p0y7" fmla="*/ 45 h 45"/>
              <a:gd name="p0x8" fmla="*/ 22 w 600"/>
              <a:gd name="p0y8" fmla="*/ 45 h 45"/>
              <a:gd name="p0x9" fmla="*/ 10 w 600"/>
              <a:gd name="p0y9" fmla="*/ 45 h 45"/>
              <a:gd name="p0x10" fmla="*/ 0 w 600"/>
              <a:gd name="p0y10" fmla="*/ 34 h 45"/>
              <a:gd name="p0x11" fmla="*/ 0 w 600"/>
              <a:gd name="p0y11" fmla="*/ 22 h 45"/>
              <a:gd name="p0x12" fmla="*/ 0 w 600"/>
              <a:gd name="p0y12" fmla="*/ 10 h 45"/>
              <a:gd name="p0x13" fmla="*/ 10 w 600"/>
              <a:gd name="p0y13" fmla="*/ 0 h 45"/>
              <a:gd name="p0x14" fmla="*/ 22 w 600"/>
              <a:gd name="p0y14" fmla="*/ 0 h 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cubicBezTo>
                  <a:pt x="p0x5" y="p0y5"/>
                  <a:pt x="p0x6" y="p0y6"/>
                  <a:pt x="p0x7" y="p0y7"/>
                </a:cubicBezTo>
                <a:lnTo>
                  <a:pt x="p0x8" y="p0y8"/>
                </a:lnTo>
                <a:cubicBezTo>
                  <a:pt x="p0x9" y="p0y9"/>
                  <a:pt x="p0x10" y="p0y10"/>
                  <a:pt x="p0x11" y="p0y11"/>
                </a:cubicBezTo>
                <a:cubicBezTo>
                  <a:pt x="p0x12" y="p0y12"/>
                  <a:pt x="p0x13" y="p0y13"/>
                  <a:pt x="p0x14" y="p0y14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15"/>
            </p:custDataLst>
          </p:nvPr>
        </p:nvSpPr>
        <p:spPr>
          <a:xfrm>
            <a:off x="8264576" y="3748088"/>
            <a:ext cx="3155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雨中脱下雨衣盖给身体不适的同学，自己淋雨带队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16"/>
            </p:custDataLst>
          </p:nvPr>
        </p:nvSpPr>
        <p:spPr>
          <a:xfrm>
            <a:off x="571500" y="570103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>
            <p:custDataLst>
              <p:tags r:id="rId17"/>
            </p:custDataLst>
          </p:nvPr>
        </p:nvSpPr>
        <p:spPr>
          <a:xfrm>
            <a:off x="762000" y="5876573"/>
            <a:ext cx="68581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这些瞬间没有写在训练计划里，却是军训留给我们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最珍贵的记忆</a:t>
            </a:r>
            <a:endParaRPr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04</a:t>
            </a:r>
            <a:endParaRPr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联欢晚会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880485"/>
            <a:ext cx="5280660" cy="9594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白日严肃，今夜欢腾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卸下迷彩的少年们，眼里都有光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汇报表演：我们准备好了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4" name="图片 3" descr="c036da5b-9871-11f1-9084-5ad0626ace1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69" r="69" b="2"/>
          <a:stretch>
            <a:fillRect/>
          </a:stretch>
        </p:blipFill>
        <p:spPr>
          <a:xfrm>
            <a:off x="571502" y="1104900"/>
            <a:ext cx="11048997" cy="14401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7400" h="2268">
                <a:moveTo>
                  <a:pt x="120" y="0"/>
                </a:moveTo>
                <a:lnTo>
                  <a:pt x="17280" y="0"/>
                </a:lnTo>
                <a:cubicBezTo>
                  <a:pt x="17346" y="0"/>
                  <a:pt x="17400" y="54"/>
                  <a:pt x="17400" y="120"/>
                </a:cubicBezTo>
                <a:lnTo>
                  <a:pt x="17400" y="2148"/>
                </a:lnTo>
                <a:cubicBezTo>
                  <a:pt x="17400" y="2214"/>
                  <a:pt x="17346" y="2268"/>
                  <a:pt x="17280" y="2268"/>
                </a:cubicBezTo>
                <a:lnTo>
                  <a:pt x="120" y="2268"/>
                </a:lnTo>
                <a:cubicBezTo>
                  <a:pt x="54" y="2268"/>
                  <a:pt x="0" y="2214"/>
                  <a:pt x="0" y="2148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1670050" y="413448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5"/>
            </p:custDataLst>
          </p:nvPr>
        </p:nvSpPr>
        <p:spPr>
          <a:xfrm>
            <a:off x="1803400" y="4191635"/>
            <a:ext cx="102298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6"/>
            </p:custDataLst>
          </p:nvPr>
        </p:nvSpPr>
        <p:spPr>
          <a:xfrm>
            <a:off x="2826385" y="4191635"/>
            <a:ext cx="102298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7"/>
            </p:custDataLst>
          </p:nvPr>
        </p:nvSpPr>
        <p:spPr>
          <a:xfrm>
            <a:off x="3849370" y="413448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8"/>
            </p:custDataLst>
          </p:nvPr>
        </p:nvSpPr>
        <p:spPr>
          <a:xfrm>
            <a:off x="3982720" y="4191635"/>
            <a:ext cx="102298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5005705" y="4191635"/>
            <a:ext cx="102362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0"/>
            </p:custDataLst>
          </p:nvPr>
        </p:nvSpPr>
        <p:spPr>
          <a:xfrm>
            <a:off x="6029325" y="413448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11"/>
            </p:custDataLst>
          </p:nvPr>
        </p:nvSpPr>
        <p:spPr>
          <a:xfrm>
            <a:off x="6162675" y="4191635"/>
            <a:ext cx="102298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2"/>
            </p:custDataLst>
          </p:nvPr>
        </p:nvSpPr>
        <p:spPr>
          <a:xfrm>
            <a:off x="7185025" y="4191635"/>
            <a:ext cx="102298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3"/>
            </p:custDataLst>
          </p:nvPr>
        </p:nvSpPr>
        <p:spPr>
          <a:xfrm>
            <a:off x="8208010" y="413448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14"/>
            </p:custDataLst>
          </p:nvPr>
        </p:nvSpPr>
        <p:spPr>
          <a:xfrm>
            <a:off x="8341360" y="4191635"/>
            <a:ext cx="1022985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矩形 29"/>
          <p:cNvSpPr/>
          <p:nvPr>
            <p:custDataLst>
              <p:tags r:id="rId15"/>
            </p:custDataLst>
          </p:nvPr>
        </p:nvSpPr>
        <p:spPr>
          <a:xfrm>
            <a:off x="9364345" y="4191635"/>
            <a:ext cx="1023620" cy="1905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16"/>
            </p:custDataLst>
          </p:nvPr>
        </p:nvSpPr>
        <p:spPr>
          <a:xfrm>
            <a:off x="10387965" y="413448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任意多边形 8"/>
          <p:cNvSpPr/>
          <p:nvPr>
            <p:custDataLst>
              <p:tags r:id="rId17"/>
            </p:custDataLst>
          </p:nvPr>
        </p:nvSpPr>
        <p:spPr>
          <a:xfrm>
            <a:off x="652145" y="4349115"/>
            <a:ext cx="2169795" cy="762000"/>
          </a:xfrm>
          <a:custGeom>
            <a:avLst/>
            <a:gdLst>
              <a:gd name="sw" fmla="*/ 1 w 3416"/>
              <a:gd name="sh" fmla="*/ 1 h 1200"/>
              <a:gd name="mins" fmla="min sw sh"/>
              <a:gd name="dsw" fmla="+- 0 sw mins"/>
              <a:gd name="dsh" fmla="+- 0 sh mins"/>
              <a:gd name="p0x0" fmla="*/ 120 w 3416"/>
              <a:gd name="p0y0" fmla="*/ 0 h 1200"/>
              <a:gd name="p0x1" fmla="*/ 3296 w 3416"/>
              <a:gd name="p0y1" fmla="*/ 0 h 1200"/>
              <a:gd name="p0x2" fmla="*/ 3363 w 3416"/>
              <a:gd name="p0y2" fmla="*/ 0 h 1200"/>
              <a:gd name="p0x3" fmla="*/ 3416 w 3416"/>
              <a:gd name="p0y3" fmla="*/ 53 h 1200"/>
              <a:gd name="p0x4" fmla="*/ 3416 w 3416"/>
              <a:gd name="p0y4" fmla="*/ 120 h 1200"/>
              <a:gd name="p0x5" fmla="*/ 3416 w 3416"/>
              <a:gd name="p0y5" fmla="*/ 1080 h 1200"/>
              <a:gd name="p0x6" fmla="*/ 3416 w 3416"/>
              <a:gd name="p0y6" fmla="*/ 1146 h 1200"/>
              <a:gd name="p0x7" fmla="*/ 3363 w 3416"/>
              <a:gd name="p0y7" fmla="*/ 1200 h 1200"/>
              <a:gd name="p0x8" fmla="*/ 3296 w 3416"/>
              <a:gd name="p0y8" fmla="*/ 1200 h 1200"/>
              <a:gd name="p0x9" fmla="*/ 120 w 3416"/>
              <a:gd name="p0y9" fmla="*/ 1200 h 1200"/>
              <a:gd name="p0x10" fmla="*/ 53 w 3416"/>
              <a:gd name="p0y10" fmla="*/ 1200 h 1200"/>
              <a:gd name="p0x11" fmla="*/ 0 w 3416"/>
              <a:gd name="p0y11" fmla="*/ 1146 h 1200"/>
              <a:gd name="p0x12" fmla="*/ 0 w 3416"/>
              <a:gd name="p0y12" fmla="*/ 1080 h 1200"/>
              <a:gd name="p0x13" fmla="*/ 0 w 3416"/>
              <a:gd name="p0y13" fmla="*/ 120 h 1200"/>
              <a:gd name="p0x14" fmla="*/ 0 w 3416"/>
              <a:gd name="p0y14" fmla="*/ 53 h 1200"/>
              <a:gd name="p0x15" fmla="*/ 53 w 3416"/>
              <a:gd name="p0y15" fmla="*/ 0 h 1200"/>
              <a:gd name="p0x16" fmla="*/ 120 w 3416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8"/>
            </p:custDataLst>
          </p:nvPr>
        </p:nvSpPr>
        <p:spPr>
          <a:xfrm>
            <a:off x="771525" y="4453899"/>
            <a:ext cx="19316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自发集结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9"/>
            </p:custDataLst>
          </p:nvPr>
        </p:nvSpPr>
        <p:spPr>
          <a:xfrm>
            <a:off x="771525" y="4732982"/>
            <a:ext cx="19316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清晨全员早起整装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0"/>
            </p:custDataLst>
          </p:nvPr>
        </p:nvSpPr>
        <p:spPr>
          <a:xfrm>
            <a:off x="2831465" y="4349115"/>
            <a:ext cx="2169795" cy="762000"/>
          </a:xfrm>
          <a:custGeom>
            <a:avLst/>
            <a:gdLst>
              <a:gd name="sw" fmla="*/ 1 w 3416"/>
              <a:gd name="sh" fmla="*/ 1 h 1200"/>
              <a:gd name="mins" fmla="min sw sh"/>
              <a:gd name="dsw" fmla="+- 0 sw mins"/>
              <a:gd name="dsh" fmla="+- 0 sh mins"/>
              <a:gd name="p0x0" fmla="*/ 120 w 3416"/>
              <a:gd name="p0y0" fmla="*/ 0 h 1200"/>
              <a:gd name="p0x1" fmla="*/ 3296 w 3416"/>
              <a:gd name="p0y1" fmla="*/ 0 h 1200"/>
              <a:gd name="p0x2" fmla="*/ 3363 w 3416"/>
              <a:gd name="p0y2" fmla="*/ 0 h 1200"/>
              <a:gd name="p0x3" fmla="*/ 3416 w 3416"/>
              <a:gd name="p0y3" fmla="*/ 53 h 1200"/>
              <a:gd name="p0x4" fmla="*/ 3416 w 3416"/>
              <a:gd name="p0y4" fmla="*/ 120 h 1200"/>
              <a:gd name="p0x5" fmla="*/ 3416 w 3416"/>
              <a:gd name="p0y5" fmla="*/ 1080 h 1200"/>
              <a:gd name="p0x6" fmla="*/ 3416 w 3416"/>
              <a:gd name="p0y6" fmla="*/ 1146 h 1200"/>
              <a:gd name="p0x7" fmla="*/ 3363 w 3416"/>
              <a:gd name="p0y7" fmla="*/ 1200 h 1200"/>
              <a:gd name="p0x8" fmla="*/ 3296 w 3416"/>
              <a:gd name="p0y8" fmla="*/ 1200 h 1200"/>
              <a:gd name="p0x9" fmla="*/ 120 w 3416"/>
              <a:gd name="p0y9" fmla="*/ 1200 h 1200"/>
              <a:gd name="p0x10" fmla="*/ 53 w 3416"/>
              <a:gd name="p0y10" fmla="*/ 1200 h 1200"/>
              <a:gd name="p0x11" fmla="*/ 0 w 3416"/>
              <a:gd name="p0y11" fmla="*/ 1146 h 1200"/>
              <a:gd name="p0x12" fmla="*/ 0 w 3416"/>
              <a:gd name="p0y12" fmla="*/ 1080 h 1200"/>
              <a:gd name="p0x13" fmla="*/ 0 w 3416"/>
              <a:gd name="p0y13" fmla="*/ 120 h 1200"/>
              <a:gd name="p0x14" fmla="*/ 0 w 3416"/>
              <a:gd name="p0y14" fmla="*/ 53 h 1200"/>
              <a:gd name="p0x15" fmla="*/ 53 w 3416"/>
              <a:gd name="p0y15" fmla="*/ 0 h 1200"/>
              <a:gd name="p0x16" fmla="*/ 120 w 3416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21"/>
            </p:custDataLst>
          </p:nvPr>
        </p:nvSpPr>
        <p:spPr>
          <a:xfrm>
            <a:off x="2950816" y="4453899"/>
            <a:ext cx="19316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教官检阅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2"/>
            </p:custDataLst>
          </p:nvPr>
        </p:nvSpPr>
        <p:spPr>
          <a:xfrm>
            <a:off x="2950816" y="4732982"/>
            <a:ext cx="19316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最后一次队列检查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3"/>
            </p:custDataLst>
          </p:nvPr>
        </p:nvSpPr>
        <p:spPr>
          <a:xfrm>
            <a:off x="5010785" y="4349115"/>
            <a:ext cx="2169795" cy="762000"/>
          </a:xfrm>
          <a:custGeom>
            <a:avLst/>
            <a:gdLst>
              <a:gd name="sw" fmla="*/ 1 w 3417"/>
              <a:gd name="sh" fmla="*/ 1 h 1200"/>
              <a:gd name="mins" fmla="min sw sh"/>
              <a:gd name="dsw" fmla="+- 0 sw mins"/>
              <a:gd name="dsh" fmla="+- 0 sh mins"/>
              <a:gd name="p0x0" fmla="*/ 120 w 3417"/>
              <a:gd name="p0y0" fmla="*/ 0 h 1200"/>
              <a:gd name="p0x1" fmla="*/ 3297 w 3417"/>
              <a:gd name="p0y1" fmla="*/ 0 h 1200"/>
              <a:gd name="p0x2" fmla="*/ 3363 w 3417"/>
              <a:gd name="p0y2" fmla="*/ 0 h 1200"/>
              <a:gd name="p0x3" fmla="*/ 3417 w 3417"/>
              <a:gd name="p0y3" fmla="*/ 53 h 1200"/>
              <a:gd name="p0x4" fmla="*/ 3417 w 3417"/>
              <a:gd name="p0y4" fmla="*/ 120 h 1200"/>
              <a:gd name="p0x5" fmla="*/ 3417 w 3417"/>
              <a:gd name="p0y5" fmla="*/ 1080 h 1200"/>
              <a:gd name="p0x6" fmla="*/ 3417 w 3417"/>
              <a:gd name="p0y6" fmla="*/ 1146 h 1200"/>
              <a:gd name="p0x7" fmla="*/ 3363 w 3417"/>
              <a:gd name="p0y7" fmla="*/ 1200 h 1200"/>
              <a:gd name="p0x8" fmla="*/ 3297 w 3417"/>
              <a:gd name="p0y8" fmla="*/ 1200 h 1200"/>
              <a:gd name="p0x9" fmla="*/ 120 w 3417"/>
              <a:gd name="p0y9" fmla="*/ 1200 h 1200"/>
              <a:gd name="p0x10" fmla="*/ 53 w 3417"/>
              <a:gd name="p0y10" fmla="*/ 1200 h 1200"/>
              <a:gd name="p0x11" fmla="*/ 0 w 3417"/>
              <a:gd name="p0y11" fmla="*/ 1146 h 1200"/>
              <a:gd name="p0x12" fmla="*/ 0 w 3417"/>
              <a:gd name="p0y12" fmla="*/ 1080 h 1200"/>
              <a:gd name="p0x13" fmla="*/ 0 w 3417"/>
              <a:gd name="p0y13" fmla="*/ 120 h 1200"/>
              <a:gd name="p0x14" fmla="*/ 0 w 3417"/>
              <a:gd name="p0y14" fmla="*/ 53 h 1200"/>
              <a:gd name="p0x15" fmla="*/ 53 w 3417"/>
              <a:gd name="p0y15" fmla="*/ 0 h 1200"/>
              <a:gd name="p0x16" fmla="*/ 120 w 3417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5130108" y="4453899"/>
            <a:ext cx="193171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静默蓄势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5"/>
            </p:custDataLst>
          </p:nvPr>
        </p:nvSpPr>
        <p:spPr>
          <a:xfrm>
            <a:off x="5130108" y="4732982"/>
            <a:ext cx="1931718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全员默念动作要领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6"/>
            </p:custDataLst>
          </p:nvPr>
        </p:nvSpPr>
        <p:spPr>
          <a:xfrm>
            <a:off x="7190105" y="4349115"/>
            <a:ext cx="2169795" cy="762000"/>
          </a:xfrm>
          <a:custGeom>
            <a:avLst/>
            <a:gdLst>
              <a:gd name="sw" fmla="*/ 1 w 3416"/>
              <a:gd name="sh" fmla="*/ 1 h 1200"/>
              <a:gd name="mins" fmla="min sw sh"/>
              <a:gd name="dsw" fmla="+- 0 sw mins"/>
              <a:gd name="dsh" fmla="+- 0 sh mins"/>
              <a:gd name="p0x0" fmla="*/ 120 w 3416"/>
              <a:gd name="p0y0" fmla="*/ 0 h 1200"/>
              <a:gd name="p0x1" fmla="*/ 3296 w 3416"/>
              <a:gd name="p0y1" fmla="*/ 0 h 1200"/>
              <a:gd name="p0x2" fmla="*/ 3363 w 3416"/>
              <a:gd name="p0y2" fmla="*/ 0 h 1200"/>
              <a:gd name="p0x3" fmla="*/ 3416 w 3416"/>
              <a:gd name="p0y3" fmla="*/ 53 h 1200"/>
              <a:gd name="p0x4" fmla="*/ 3416 w 3416"/>
              <a:gd name="p0y4" fmla="*/ 120 h 1200"/>
              <a:gd name="p0x5" fmla="*/ 3416 w 3416"/>
              <a:gd name="p0y5" fmla="*/ 1080 h 1200"/>
              <a:gd name="p0x6" fmla="*/ 3416 w 3416"/>
              <a:gd name="p0y6" fmla="*/ 1146 h 1200"/>
              <a:gd name="p0x7" fmla="*/ 3363 w 3416"/>
              <a:gd name="p0y7" fmla="*/ 1200 h 1200"/>
              <a:gd name="p0x8" fmla="*/ 3296 w 3416"/>
              <a:gd name="p0y8" fmla="*/ 1200 h 1200"/>
              <a:gd name="p0x9" fmla="*/ 120 w 3416"/>
              <a:gd name="p0y9" fmla="*/ 1200 h 1200"/>
              <a:gd name="p0x10" fmla="*/ 53 w 3416"/>
              <a:gd name="p0y10" fmla="*/ 1200 h 1200"/>
              <a:gd name="p0x11" fmla="*/ 0 w 3416"/>
              <a:gd name="p0y11" fmla="*/ 1146 h 1200"/>
              <a:gd name="p0x12" fmla="*/ 0 w 3416"/>
              <a:gd name="p0y12" fmla="*/ 1080 h 1200"/>
              <a:gd name="p0x13" fmla="*/ 0 w 3416"/>
              <a:gd name="p0y13" fmla="*/ 120 h 1200"/>
              <a:gd name="p0x14" fmla="*/ 0 w 3416"/>
              <a:gd name="p0y14" fmla="*/ 53 h 1200"/>
              <a:gd name="p0x15" fmla="*/ 53 w 3416"/>
              <a:gd name="p0y15" fmla="*/ 0 h 1200"/>
              <a:gd name="p0x16" fmla="*/ 120 w 3416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>
            <p:custDataLst>
              <p:tags r:id="rId27"/>
            </p:custDataLst>
          </p:nvPr>
        </p:nvSpPr>
        <p:spPr>
          <a:xfrm>
            <a:off x="7309466" y="4453899"/>
            <a:ext cx="1931641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无声默契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7309466" y="4732982"/>
            <a:ext cx="1931641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一声加油眼神回应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9369425" y="4349115"/>
            <a:ext cx="2169795" cy="762000"/>
          </a:xfrm>
          <a:custGeom>
            <a:avLst/>
            <a:gdLst>
              <a:gd name="sw" fmla="*/ 1 w 3417"/>
              <a:gd name="sh" fmla="*/ 1 h 1200"/>
              <a:gd name="mins" fmla="min sw sh"/>
              <a:gd name="dsw" fmla="+- 0 sw mins"/>
              <a:gd name="dsh" fmla="+- 0 sh mins"/>
              <a:gd name="p0x0" fmla="*/ 120 w 3417"/>
              <a:gd name="p0y0" fmla="*/ 0 h 1200"/>
              <a:gd name="p0x1" fmla="*/ 3297 w 3417"/>
              <a:gd name="p0y1" fmla="*/ 0 h 1200"/>
              <a:gd name="p0x2" fmla="*/ 3363 w 3417"/>
              <a:gd name="p0y2" fmla="*/ 0 h 1200"/>
              <a:gd name="p0x3" fmla="*/ 3417 w 3417"/>
              <a:gd name="p0y3" fmla="*/ 53 h 1200"/>
              <a:gd name="p0x4" fmla="*/ 3417 w 3417"/>
              <a:gd name="p0y4" fmla="*/ 120 h 1200"/>
              <a:gd name="p0x5" fmla="*/ 3417 w 3417"/>
              <a:gd name="p0y5" fmla="*/ 1080 h 1200"/>
              <a:gd name="p0x6" fmla="*/ 3417 w 3417"/>
              <a:gd name="p0y6" fmla="*/ 1146 h 1200"/>
              <a:gd name="p0x7" fmla="*/ 3363 w 3417"/>
              <a:gd name="p0y7" fmla="*/ 1200 h 1200"/>
              <a:gd name="p0x8" fmla="*/ 3297 w 3417"/>
              <a:gd name="p0y8" fmla="*/ 1200 h 1200"/>
              <a:gd name="p0x9" fmla="*/ 120 w 3417"/>
              <a:gd name="p0y9" fmla="*/ 1200 h 1200"/>
              <a:gd name="p0x10" fmla="*/ 53 w 3417"/>
              <a:gd name="p0y10" fmla="*/ 1200 h 1200"/>
              <a:gd name="p0x11" fmla="*/ 0 w 3417"/>
              <a:gd name="p0y11" fmla="*/ 1146 h 1200"/>
              <a:gd name="p0x12" fmla="*/ 0 w 3417"/>
              <a:gd name="p0y12" fmla="*/ 1080 h 1200"/>
              <a:gd name="p0x13" fmla="*/ 0 w 3417"/>
              <a:gd name="p0y13" fmla="*/ 120 h 1200"/>
              <a:gd name="p0x14" fmla="*/ 0 w 3417"/>
              <a:gd name="p0y14" fmla="*/ 53 h 1200"/>
              <a:gd name="p0x15" fmla="*/ 53 w 3417"/>
              <a:gd name="p0y15" fmla="*/ 0 h 1200"/>
              <a:gd name="p0x16" fmla="*/ 120 w 3417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9488757" y="4453899"/>
            <a:ext cx="193171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迈出第一步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9488757" y="4732982"/>
            <a:ext cx="1931718" cy="2609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广播响起整齐步伐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分列式：步伐如一心跳共鸣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1291590" y="2819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1364" r="-11364"/>
          <a:stretch>
            <a:fillRect/>
          </a:stretch>
        </p:blipFill>
        <p:spPr>
          <a:xfrm>
            <a:off x="1424940" y="2914650"/>
            <a:ext cx="228600" cy="30480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6"/>
            </p:custDataLst>
          </p:nvPr>
        </p:nvSpPr>
        <p:spPr>
          <a:xfrm>
            <a:off x="723081" y="3412808"/>
            <a:ext cx="1632271" cy="6991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甩头、摆臂、踏脚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939108" y="4194810"/>
            <a:ext cx="12002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动作整齐如一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16667" b="-16667"/>
          <a:stretch>
            <a:fillRect/>
          </a:stretch>
        </p:blipFill>
        <p:spPr>
          <a:xfrm>
            <a:off x="2602230" y="3684905"/>
            <a:ext cx="152400" cy="152400"/>
          </a:xfrm>
          <a:prstGeom prst="rect">
            <a:avLst/>
          </a:prstGeom>
        </p:spPr>
      </p:pic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3569970" y="2819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7143" b="-7143"/>
          <a:stretch>
            <a:fillRect/>
          </a:stretch>
        </p:blipFill>
        <p:spPr>
          <a:xfrm>
            <a:off x="3665220" y="2914650"/>
            <a:ext cx="304800" cy="304800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5"/>
            </p:custDataLst>
          </p:nvPr>
        </p:nvSpPr>
        <p:spPr>
          <a:xfrm>
            <a:off x="3140202" y="34128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心跳同步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2960341" y="4194810"/>
            <a:ext cx="17145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每一声砸地都像是心脏在跳动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16667" b="-16667"/>
          <a:stretch>
            <a:fillRect/>
          </a:stretch>
        </p:blipFill>
        <p:spPr>
          <a:xfrm>
            <a:off x="4880610" y="3684905"/>
            <a:ext cx="152400" cy="152400"/>
          </a:xfrm>
          <a:prstGeom prst="rect">
            <a:avLst/>
          </a:prstGeom>
        </p:spPr>
      </p:pic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5848350" y="2819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l="-1613" r="-1613"/>
          <a:stretch>
            <a:fillRect/>
          </a:stretch>
        </p:blipFill>
        <p:spPr>
          <a:xfrm>
            <a:off x="5943600" y="2914650"/>
            <a:ext cx="304800" cy="304800"/>
          </a:xfrm>
          <a:prstGeom prst="rect">
            <a:avLst/>
          </a:prstGeom>
        </p:spPr>
      </p:pic>
      <p:sp>
        <p:nvSpPr>
          <p:cNvPr id="19" name="文本框 18"/>
          <p:cNvSpPr txBox="1"/>
          <p:nvPr>
            <p:custDataLst>
              <p:tags r:id="rId22"/>
            </p:custDataLst>
          </p:nvPr>
        </p:nvSpPr>
        <p:spPr>
          <a:xfrm>
            <a:off x="5418611" y="34128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肌肉记忆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5238750" y="4194810"/>
            <a:ext cx="17145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接管一切，大脑空白身体自动执行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21" name="图片 20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16667" b="-16667"/>
          <a:stretch>
            <a:fillRect/>
          </a:stretch>
        </p:blipFill>
        <p:spPr>
          <a:xfrm>
            <a:off x="7158990" y="3684905"/>
            <a:ext cx="152400" cy="152400"/>
          </a:xfrm>
          <a:prstGeom prst="rect">
            <a:avLst/>
          </a:prstGeom>
        </p:spPr>
      </p:pic>
      <p:sp>
        <p:nvSpPr>
          <p:cNvPr id="22" name="任意多边形 21"/>
          <p:cNvSpPr/>
          <p:nvPr>
            <p:custDataLst>
              <p:tags r:id="rId25"/>
            </p:custDataLst>
          </p:nvPr>
        </p:nvSpPr>
        <p:spPr>
          <a:xfrm>
            <a:off x="8126730" y="2819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3" name="图片 2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>
            <a:fillRect/>
          </a:stretch>
        </p:blipFill>
        <p:spPr>
          <a:xfrm>
            <a:off x="8221980" y="2914650"/>
            <a:ext cx="304800" cy="30480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9"/>
            </p:custDataLst>
          </p:nvPr>
        </p:nvSpPr>
        <p:spPr>
          <a:xfrm>
            <a:off x="7697019" y="341280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镜像自己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7517158" y="4194810"/>
            <a:ext cx="1714576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余光里手臂摆动幅度完全一致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pic>
        <p:nvPicPr>
          <p:cNvPr id="26" name="图片 25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t="-16667" b="-16667"/>
          <a:stretch>
            <a:fillRect/>
          </a:stretch>
        </p:blipFill>
        <p:spPr>
          <a:xfrm>
            <a:off x="9437370" y="3684905"/>
            <a:ext cx="152400" cy="152400"/>
          </a:xfrm>
          <a:prstGeom prst="rect">
            <a:avLst/>
          </a:prstGeom>
        </p:spPr>
      </p:pic>
      <p:sp>
        <p:nvSpPr>
          <p:cNvPr id="27" name="任意多边形 26"/>
          <p:cNvSpPr/>
          <p:nvPr>
            <p:custDataLst>
              <p:tags r:id="rId32"/>
            </p:custDataLst>
          </p:nvPr>
        </p:nvSpPr>
        <p:spPr>
          <a:xfrm>
            <a:off x="10405110" y="2819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rcRect/>
          <a:stretch>
            <a:fillRect/>
          </a:stretch>
        </p:blipFill>
        <p:spPr>
          <a:xfrm>
            <a:off x="10500360" y="2914650"/>
            <a:ext cx="304800" cy="304800"/>
          </a:xfrm>
          <a:prstGeom prst="rect">
            <a:avLst/>
          </a:prstGeom>
        </p:spPr>
      </p:pic>
      <p:sp>
        <p:nvSpPr>
          <p:cNvPr id="29" name="文本框 28"/>
          <p:cNvSpPr txBox="1"/>
          <p:nvPr>
            <p:custDataLst>
              <p:tags r:id="rId36"/>
            </p:custDataLst>
          </p:nvPr>
        </p:nvSpPr>
        <p:spPr>
          <a:xfrm>
            <a:off x="9839411" y="3412808"/>
            <a:ext cx="1626917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一起做到了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37"/>
            </p:custDataLst>
          </p:nvPr>
        </p:nvSpPr>
        <p:spPr>
          <a:xfrm>
            <a:off x="9709852" y="4194810"/>
            <a:ext cx="1886026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胸口起伏，眼睛闪着光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38"/>
            </p:custDataLst>
          </p:nvPr>
        </p:nvSpPr>
        <p:spPr>
          <a:xfrm>
            <a:off x="571500" y="1165860"/>
            <a:ext cx="11049000" cy="762000"/>
          </a:xfrm>
          <a:custGeom>
            <a:avLst/>
            <a:gdLst>
              <a:gd name="sw" fmla="*/ 1 w 17400"/>
              <a:gd name="sh" fmla="*/ 1 h 1200"/>
              <a:gd name="mins" fmla="min sw sh"/>
              <a:gd name="dsw" fmla="+- 0 sw mins"/>
              <a:gd name="dsh" fmla="+- 0 sh mins"/>
              <a:gd name="p0x0" fmla="*/ 120 w 17400"/>
              <a:gd name="p0y0" fmla="*/ 0 h 1200"/>
              <a:gd name="p0x1" fmla="*/ 17280 w 17400"/>
              <a:gd name="p0y1" fmla="*/ 0 h 1200"/>
              <a:gd name="p0x2" fmla="*/ 17346 w 17400"/>
              <a:gd name="p0y2" fmla="*/ 0 h 1200"/>
              <a:gd name="p0x3" fmla="*/ 17400 w 17400"/>
              <a:gd name="p0y3" fmla="*/ 53 h 1200"/>
              <a:gd name="p0x4" fmla="*/ 17400 w 17400"/>
              <a:gd name="p0y4" fmla="*/ 120 h 1200"/>
              <a:gd name="p0x5" fmla="*/ 17400 w 17400"/>
              <a:gd name="p0y5" fmla="*/ 1080 h 1200"/>
              <a:gd name="p0x6" fmla="*/ 17400 w 17400"/>
              <a:gd name="p0y6" fmla="*/ 1146 h 1200"/>
              <a:gd name="p0x7" fmla="*/ 17346 w 17400"/>
              <a:gd name="p0y7" fmla="*/ 1200 h 1200"/>
              <a:gd name="p0x8" fmla="*/ 17280 w 17400"/>
              <a:gd name="p0y8" fmla="*/ 1200 h 1200"/>
              <a:gd name="p0x9" fmla="*/ 120 w 17400"/>
              <a:gd name="p0y9" fmla="*/ 1200 h 1200"/>
              <a:gd name="p0x10" fmla="*/ 53 w 17400"/>
              <a:gd name="p0y10" fmla="*/ 1200 h 1200"/>
              <a:gd name="p0x11" fmla="*/ 0 w 17400"/>
              <a:gd name="p0y11" fmla="*/ 1146 h 1200"/>
              <a:gd name="p0x12" fmla="*/ 0 w 17400"/>
              <a:gd name="p0y12" fmla="*/ 1080 h 1200"/>
              <a:gd name="p0x13" fmla="*/ 0 w 17400"/>
              <a:gd name="p0y13" fmla="*/ 120 h 1200"/>
              <a:gd name="p0x14" fmla="*/ 0 w 17400"/>
              <a:gd name="p0y14" fmla="*/ 53 h 1200"/>
              <a:gd name="p0x15" fmla="*/ 53 w 17400"/>
              <a:gd name="p0y15" fmla="*/ 0 h 1200"/>
              <a:gd name="p0x16" fmla="*/ 120 w 17400"/>
              <a:gd name="p0y16" fmla="*/ 0 h 12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9"/>
            </p:custDataLst>
          </p:nvPr>
        </p:nvSpPr>
        <p:spPr>
          <a:xfrm>
            <a:off x="762000" y="1334814"/>
            <a:ext cx="21336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4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向右</a:t>
            </a:r>
            <a:r>
              <a:rPr lang="en-US" altLang="zh-CN" sz="24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——</a:t>
            </a:r>
            <a:r>
              <a:rPr lang="zh-CN" altLang="en-US" sz="24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看！</a:t>
            </a:r>
            <a:endParaRPr lang="zh-CN" altLang="en-US" sz="2400"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40"/>
            </p:custDataLst>
          </p:nvPr>
        </p:nvSpPr>
        <p:spPr>
          <a:xfrm>
            <a:off x="571500" y="570103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>
            <p:custDataLst>
              <p:tags r:id="rId41"/>
            </p:custDataLst>
          </p:nvPr>
        </p:nvSpPr>
        <p:spPr>
          <a:xfrm>
            <a:off x="762000" y="5876573"/>
            <a:ext cx="2743352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我们做到了，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一起做到了</a:t>
            </a:r>
            <a:endParaRPr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表彰大会：荣誉属于每一个人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884555"/>
          </a:xfrm>
          <a:custGeom>
            <a:avLst/>
            <a:gdLst>
              <a:gd name="sw" fmla="*/ 1 w 17400"/>
              <a:gd name="sh" fmla="*/ 1 h 1393"/>
              <a:gd name="mins" fmla="min sw sh"/>
              <a:gd name="dsw" fmla="+- 0 sw mins"/>
              <a:gd name="dsh" fmla="+- 0 sh mins"/>
              <a:gd name="p0x0" fmla="*/ 120 w 17400"/>
              <a:gd name="p0y0" fmla="*/ 0 h 1393"/>
              <a:gd name="p0x1" fmla="*/ 17280 w 17400"/>
              <a:gd name="p0y1" fmla="*/ 0 h 1393"/>
              <a:gd name="p0x2" fmla="*/ 17346 w 17400"/>
              <a:gd name="p0y2" fmla="*/ 0 h 1393"/>
              <a:gd name="p0x3" fmla="*/ 17400 w 17400"/>
              <a:gd name="p0y3" fmla="*/ 53 h 1393"/>
              <a:gd name="p0x4" fmla="*/ 17400 w 17400"/>
              <a:gd name="p0y4" fmla="*/ 120 h 1393"/>
              <a:gd name="p0x5" fmla="*/ 17400 w 17400"/>
              <a:gd name="p0y5" fmla="*/ 1273 h 1393"/>
              <a:gd name="p0x6" fmla="*/ 17400 w 17400"/>
              <a:gd name="p0y6" fmla="*/ 1339 h 1393"/>
              <a:gd name="p0x7" fmla="*/ 17346 w 17400"/>
              <a:gd name="p0y7" fmla="*/ 1393 h 1393"/>
              <a:gd name="p0x8" fmla="*/ 17280 w 17400"/>
              <a:gd name="p0y8" fmla="*/ 1393 h 1393"/>
              <a:gd name="p0x9" fmla="*/ 120 w 17400"/>
              <a:gd name="p0y9" fmla="*/ 1393 h 1393"/>
              <a:gd name="p0x10" fmla="*/ 53 w 17400"/>
              <a:gd name="p0y10" fmla="*/ 1393 h 1393"/>
              <a:gd name="p0x11" fmla="*/ 0 w 17400"/>
              <a:gd name="p0y11" fmla="*/ 1339 h 1393"/>
              <a:gd name="p0x12" fmla="*/ 0 w 17400"/>
              <a:gd name="p0y12" fmla="*/ 1273 h 1393"/>
              <a:gd name="p0x13" fmla="*/ 0 w 17400"/>
              <a:gd name="p0y13" fmla="*/ 120 h 1393"/>
              <a:gd name="p0x14" fmla="*/ 0 w 17400"/>
              <a:gd name="p0y14" fmla="*/ 53 h 1393"/>
              <a:gd name="p0x15" fmla="*/ 53 w 17400"/>
              <a:gd name="p0y15" fmla="*/ 0 h 1393"/>
              <a:gd name="p0x16" fmla="*/ 120 w 17400"/>
              <a:gd name="p0y16" fmla="*/ 0 h 139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389107"/>
            <a:ext cx="2743276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荣誉没有个人，只有集体</a:t>
            </a:r>
            <a:endParaRPr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222500"/>
            <a:ext cx="2047875" cy="3136265"/>
          </a:xfrm>
          <a:custGeom>
            <a:avLst/>
            <a:gdLst>
              <a:gd name="sw" fmla="*/ 1 w 3225"/>
              <a:gd name="sh" fmla="*/ 1 h 4938"/>
              <a:gd name="mins" fmla="min sw sh"/>
              <a:gd name="dsw" fmla="+- 0 sw mins"/>
              <a:gd name="dsh" fmla="+- 0 sh mins"/>
              <a:gd name="p0x0" fmla="*/ 120 w 3225"/>
              <a:gd name="p0y0" fmla="*/ 0 h 4938"/>
              <a:gd name="p0x1" fmla="*/ 3105 w 3225"/>
              <a:gd name="p0y1" fmla="*/ 0 h 4938"/>
              <a:gd name="p0x2" fmla="*/ 3171 w 3225"/>
              <a:gd name="p0y2" fmla="*/ 0 h 4938"/>
              <a:gd name="p0x3" fmla="*/ 3225 w 3225"/>
              <a:gd name="p0y3" fmla="*/ 53 h 4938"/>
              <a:gd name="p0x4" fmla="*/ 3225 w 3225"/>
              <a:gd name="p0y4" fmla="*/ 120 h 4938"/>
              <a:gd name="p0x5" fmla="*/ 3225 w 3225"/>
              <a:gd name="p0y5" fmla="*/ 4818 h 4938"/>
              <a:gd name="p0x6" fmla="*/ 3225 w 3225"/>
              <a:gd name="p0y6" fmla="*/ 4884 h 4938"/>
              <a:gd name="p0x7" fmla="*/ 3171 w 3225"/>
              <a:gd name="p0y7" fmla="*/ 4938 h 4938"/>
              <a:gd name="p0x8" fmla="*/ 3105 w 3225"/>
              <a:gd name="p0y8" fmla="*/ 4938 h 4938"/>
              <a:gd name="p0x9" fmla="*/ 120 w 3225"/>
              <a:gd name="p0y9" fmla="*/ 4938 h 4938"/>
              <a:gd name="p0x10" fmla="*/ 53 w 3225"/>
              <a:gd name="p0y10" fmla="*/ 4938 h 4938"/>
              <a:gd name="p0x11" fmla="*/ 0 w 3225"/>
              <a:gd name="p0y11" fmla="*/ 4884 h 4938"/>
              <a:gd name="p0x12" fmla="*/ 0 w 3225"/>
              <a:gd name="p0y12" fmla="*/ 4818 h 4938"/>
              <a:gd name="p0x13" fmla="*/ 0 w 3225"/>
              <a:gd name="p0y13" fmla="*/ 120 h 4938"/>
              <a:gd name="p0x14" fmla="*/ 0 w 3225"/>
              <a:gd name="p0y14" fmla="*/ 53 h 4938"/>
              <a:gd name="p0x15" fmla="*/ 53 w 3225"/>
              <a:gd name="p0y15" fmla="*/ 0 h 4938"/>
              <a:gd name="p0x16" fmla="*/ 120 w 322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300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80e53b18-9871-11f1-9084-5ad0626ace11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838200" y="3076575"/>
            <a:ext cx="209550" cy="2095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190625" y="2998470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番号响起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71525" y="3451860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主席台念出</a:t>
            </a:r>
            <a:r>
              <a:rPr lang="en-US" altLang="zh-CN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优秀连队</a:t>
            </a:r>
            <a:r>
              <a:rPr lang="en-US" altLang="zh-CN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，欢呼声从队伍中爆发</a:t>
            </a:r>
            <a:endParaRPr lang="zh-CN" altLang="en-US"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2823845" y="2222500"/>
            <a:ext cx="2047875" cy="3136265"/>
          </a:xfrm>
          <a:custGeom>
            <a:avLst/>
            <a:gdLst>
              <a:gd name="sw" fmla="*/ 1 w 3225"/>
              <a:gd name="sh" fmla="*/ 1 h 4938"/>
              <a:gd name="mins" fmla="min sw sh"/>
              <a:gd name="dsw" fmla="+- 0 sw mins"/>
              <a:gd name="dsh" fmla="+- 0 sh mins"/>
              <a:gd name="p0x0" fmla="*/ 120 w 3225"/>
              <a:gd name="p0y0" fmla="*/ 0 h 4938"/>
              <a:gd name="p0x1" fmla="*/ 3105 w 3225"/>
              <a:gd name="p0y1" fmla="*/ 0 h 4938"/>
              <a:gd name="p0x2" fmla="*/ 3171 w 3225"/>
              <a:gd name="p0y2" fmla="*/ 0 h 4938"/>
              <a:gd name="p0x3" fmla="*/ 3225 w 3225"/>
              <a:gd name="p0y3" fmla="*/ 53 h 4938"/>
              <a:gd name="p0x4" fmla="*/ 3225 w 3225"/>
              <a:gd name="p0y4" fmla="*/ 120 h 4938"/>
              <a:gd name="p0x5" fmla="*/ 3225 w 3225"/>
              <a:gd name="p0y5" fmla="*/ 4818 h 4938"/>
              <a:gd name="p0x6" fmla="*/ 3225 w 3225"/>
              <a:gd name="p0y6" fmla="*/ 4884 h 4938"/>
              <a:gd name="p0x7" fmla="*/ 3171 w 3225"/>
              <a:gd name="p0y7" fmla="*/ 4938 h 4938"/>
              <a:gd name="p0x8" fmla="*/ 3105 w 3225"/>
              <a:gd name="p0y8" fmla="*/ 4938 h 4938"/>
              <a:gd name="p0x9" fmla="*/ 120 w 3225"/>
              <a:gd name="p0y9" fmla="*/ 4938 h 4938"/>
              <a:gd name="p0x10" fmla="*/ 53 w 3225"/>
              <a:gd name="p0y10" fmla="*/ 4938 h 4938"/>
              <a:gd name="p0x11" fmla="*/ 0 w 3225"/>
              <a:gd name="p0y11" fmla="*/ 4884 h 4938"/>
              <a:gd name="p0x12" fmla="*/ 0 w 3225"/>
              <a:gd name="p0y12" fmla="*/ 4818 h 4938"/>
              <a:gd name="p0x13" fmla="*/ 0 w 3225"/>
              <a:gd name="p0y13" fmla="*/ 120 h 4938"/>
              <a:gd name="p0x14" fmla="*/ 0 w 3225"/>
              <a:gd name="p0y14" fmla="*/ 53 h 4938"/>
              <a:gd name="p0x15" fmla="*/ 53 w 3225"/>
              <a:gd name="p0y15" fmla="*/ 0 h 4938"/>
              <a:gd name="p0x16" fmla="*/ 120 w 322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3019425" y="300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80e53b1b-9871-11f1-9084-5ad0626ace11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3086100" y="3076575"/>
            <a:ext cx="209550" cy="20955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3438525" y="2998470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证书背后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3019425" y="3451860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优秀学员上台领奖，名字背后是整个连队的托举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5071745" y="2222500"/>
            <a:ext cx="2047875" cy="3136265"/>
          </a:xfrm>
          <a:custGeom>
            <a:avLst/>
            <a:gdLst>
              <a:gd name="sw" fmla="*/ 1 w 3225"/>
              <a:gd name="sh" fmla="*/ 1 h 4938"/>
              <a:gd name="mins" fmla="min sw sh"/>
              <a:gd name="dsw" fmla="+- 0 sw mins"/>
              <a:gd name="dsh" fmla="+- 0 sh mins"/>
              <a:gd name="p0x0" fmla="*/ 120 w 3225"/>
              <a:gd name="p0y0" fmla="*/ 0 h 4938"/>
              <a:gd name="p0x1" fmla="*/ 3105 w 3225"/>
              <a:gd name="p0y1" fmla="*/ 0 h 4938"/>
              <a:gd name="p0x2" fmla="*/ 3171 w 3225"/>
              <a:gd name="p0y2" fmla="*/ 0 h 4938"/>
              <a:gd name="p0x3" fmla="*/ 3225 w 3225"/>
              <a:gd name="p0y3" fmla="*/ 53 h 4938"/>
              <a:gd name="p0x4" fmla="*/ 3225 w 3225"/>
              <a:gd name="p0y4" fmla="*/ 120 h 4938"/>
              <a:gd name="p0x5" fmla="*/ 3225 w 3225"/>
              <a:gd name="p0y5" fmla="*/ 4818 h 4938"/>
              <a:gd name="p0x6" fmla="*/ 3225 w 3225"/>
              <a:gd name="p0y6" fmla="*/ 4884 h 4938"/>
              <a:gd name="p0x7" fmla="*/ 3171 w 3225"/>
              <a:gd name="p0y7" fmla="*/ 4938 h 4938"/>
              <a:gd name="p0x8" fmla="*/ 3105 w 3225"/>
              <a:gd name="p0y8" fmla="*/ 4938 h 4938"/>
              <a:gd name="p0x9" fmla="*/ 120 w 3225"/>
              <a:gd name="p0y9" fmla="*/ 4938 h 4938"/>
              <a:gd name="p0x10" fmla="*/ 53 w 3225"/>
              <a:gd name="p0y10" fmla="*/ 4938 h 4938"/>
              <a:gd name="p0x11" fmla="*/ 0 w 3225"/>
              <a:gd name="p0y11" fmla="*/ 4884 h 4938"/>
              <a:gd name="p0x12" fmla="*/ 0 w 3225"/>
              <a:gd name="p0y12" fmla="*/ 4818 h 4938"/>
              <a:gd name="p0x13" fmla="*/ 0 w 3225"/>
              <a:gd name="p0y13" fmla="*/ 120 h 4938"/>
              <a:gd name="p0x14" fmla="*/ 0 w 3225"/>
              <a:gd name="p0y14" fmla="*/ 53 h 4938"/>
              <a:gd name="p0x15" fmla="*/ 53 w 3225"/>
              <a:gd name="p0y15" fmla="*/ 0 h 4938"/>
              <a:gd name="p0x16" fmla="*/ 120 w 322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5267325" y="300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80e53b46-9871-11f1-9084-5ad0626ace11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/>
          <a:stretch>
            <a:fillRect/>
          </a:stretch>
        </p:blipFill>
        <p:spPr>
          <a:xfrm>
            <a:off x="5334000" y="3076575"/>
            <a:ext cx="209550" cy="20955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5686425" y="2998470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军礼转身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5267325" y="3451860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教官第一次没有喊口令，转身敬了一个标准的军礼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7319645" y="2222500"/>
            <a:ext cx="2047875" cy="3136265"/>
          </a:xfrm>
          <a:custGeom>
            <a:avLst/>
            <a:gdLst>
              <a:gd name="sw" fmla="*/ 1 w 3225"/>
              <a:gd name="sh" fmla="*/ 1 h 4938"/>
              <a:gd name="mins" fmla="min sw sh"/>
              <a:gd name="dsw" fmla="+- 0 sw mins"/>
              <a:gd name="dsh" fmla="+- 0 sh mins"/>
              <a:gd name="p0x0" fmla="*/ 120 w 3225"/>
              <a:gd name="p0y0" fmla="*/ 0 h 4938"/>
              <a:gd name="p0x1" fmla="*/ 3105 w 3225"/>
              <a:gd name="p0y1" fmla="*/ 0 h 4938"/>
              <a:gd name="p0x2" fmla="*/ 3171 w 3225"/>
              <a:gd name="p0y2" fmla="*/ 0 h 4938"/>
              <a:gd name="p0x3" fmla="*/ 3225 w 3225"/>
              <a:gd name="p0y3" fmla="*/ 53 h 4938"/>
              <a:gd name="p0x4" fmla="*/ 3225 w 3225"/>
              <a:gd name="p0y4" fmla="*/ 120 h 4938"/>
              <a:gd name="p0x5" fmla="*/ 3225 w 3225"/>
              <a:gd name="p0y5" fmla="*/ 4818 h 4938"/>
              <a:gd name="p0x6" fmla="*/ 3225 w 3225"/>
              <a:gd name="p0y6" fmla="*/ 4884 h 4938"/>
              <a:gd name="p0x7" fmla="*/ 3171 w 3225"/>
              <a:gd name="p0y7" fmla="*/ 4938 h 4938"/>
              <a:gd name="p0x8" fmla="*/ 3105 w 3225"/>
              <a:gd name="p0y8" fmla="*/ 4938 h 4938"/>
              <a:gd name="p0x9" fmla="*/ 120 w 3225"/>
              <a:gd name="p0y9" fmla="*/ 4938 h 4938"/>
              <a:gd name="p0x10" fmla="*/ 53 w 3225"/>
              <a:gd name="p0y10" fmla="*/ 4938 h 4938"/>
              <a:gd name="p0x11" fmla="*/ 0 w 3225"/>
              <a:gd name="p0y11" fmla="*/ 4884 h 4938"/>
              <a:gd name="p0x12" fmla="*/ 0 w 3225"/>
              <a:gd name="p0y12" fmla="*/ 4818 h 4938"/>
              <a:gd name="p0x13" fmla="*/ 0 w 3225"/>
              <a:gd name="p0y13" fmla="*/ 120 h 4938"/>
              <a:gd name="p0x14" fmla="*/ 0 w 3225"/>
              <a:gd name="p0y14" fmla="*/ 53 h 4938"/>
              <a:gd name="p0x15" fmla="*/ 53 w 3225"/>
              <a:gd name="p0y15" fmla="*/ 0 h 4938"/>
              <a:gd name="p0x16" fmla="*/ 120 w 322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7515225" y="300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6" name="图片 25" descr="80e53c21-9871-11f1-9084-5ad0626ace11"/>
          <p:cNvPicPr/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/>
          <a:stretch>
            <a:fillRect/>
          </a:stretch>
        </p:blipFill>
        <p:spPr>
          <a:xfrm>
            <a:off x="7581900" y="3076575"/>
            <a:ext cx="209550" cy="20955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0"/>
            </p:custDataLst>
          </p:nvPr>
        </p:nvSpPr>
        <p:spPr>
          <a:xfrm>
            <a:off x="7934325" y="2998470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无声掌声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31"/>
            </p:custDataLst>
          </p:nvPr>
        </p:nvSpPr>
        <p:spPr>
          <a:xfrm>
            <a:off x="7515225" y="3451860"/>
            <a:ext cx="1657350" cy="8457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所有人不约而同鼓掌，包含太多无法言说的情感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32"/>
            </p:custDataLst>
          </p:nvPr>
        </p:nvSpPr>
        <p:spPr>
          <a:xfrm>
            <a:off x="9567545" y="2222500"/>
            <a:ext cx="2047875" cy="3136265"/>
          </a:xfrm>
          <a:custGeom>
            <a:avLst/>
            <a:gdLst>
              <a:gd name="sw" fmla="*/ 1 w 3225"/>
              <a:gd name="sh" fmla="*/ 1 h 4938"/>
              <a:gd name="mins" fmla="min sw sh"/>
              <a:gd name="dsw" fmla="+- 0 sw mins"/>
              <a:gd name="dsh" fmla="+- 0 sh mins"/>
              <a:gd name="p0x0" fmla="*/ 120 w 3225"/>
              <a:gd name="p0y0" fmla="*/ 0 h 4938"/>
              <a:gd name="p0x1" fmla="*/ 3105 w 3225"/>
              <a:gd name="p0y1" fmla="*/ 0 h 4938"/>
              <a:gd name="p0x2" fmla="*/ 3171 w 3225"/>
              <a:gd name="p0y2" fmla="*/ 0 h 4938"/>
              <a:gd name="p0x3" fmla="*/ 3225 w 3225"/>
              <a:gd name="p0y3" fmla="*/ 53 h 4938"/>
              <a:gd name="p0x4" fmla="*/ 3225 w 3225"/>
              <a:gd name="p0y4" fmla="*/ 120 h 4938"/>
              <a:gd name="p0x5" fmla="*/ 3225 w 3225"/>
              <a:gd name="p0y5" fmla="*/ 4818 h 4938"/>
              <a:gd name="p0x6" fmla="*/ 3225 w 3225"/>
              <a:gd name="p0y6" fmla="*/ 4884 h 4938"/>
              <a:gd name="p0x7" fmla="*/ 3171 w 3225"/>
              <a:gd name="p0y7" fmla="*/ 4938 h 4938"/>
              <a:gd name="p0x8" fmla="*/ 3105 w 3225"/>
              <a:gd name="p0y8" fmla="*/ 4938 h 4938"/>
              <a:gd name="p0x9" fmla="*/ 120 w 3225"/>
              <a:gd name="p0y9" fmla="*/ 4938 h 4938"/>
              <a:gd name="p0x10" fmla="*/ 53 w 3225"/>
              <a:gd name="p0y10" fmla="*/ 4938 h 4938"/>
              <a:gd name="p0x11" fmla="*/ 0 w 3225"/>
              <a:gd name="p0y11" fmla="*/ 4884 h 4938"/>
              <a:gd name="p0x12" fmla="*/ 0 w 3225"/>
              <a:gd name="p0y12" fmla="*/ 4818 h 4938"/>
              <a:gd name="p0x13" fmla="*/ 0 w 3225"/>
              <a:gd name="p0y13" fmla="*/ 120 h 4938"/>
              <a:gd name="p0x14" fmla="*/ 0 w 3225"/>
              <a:gd name="p0y14" fmla="*/ 53 h 4938"/>
              <a:gd name="p0x15" fmla="*/ 53 w 3225"/>
              <a:gd name="p0y15" fmla="*/ 0 h 4938"/>
              <a:gd name="p0x16" fmla="*/ 120 w 3225"/>
              <a:gd name="p0y16" fmla="*/ 0 h 4938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9763125" y="300990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 descr="80e53c57-9871-11f1-9084-5ad0626ace11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/>
          <a:stretch>
            <a:fillRect/>
          </a:stretch>
        </p:blipFill>
        <p:spPr>
          <a:xfrm>
            <a:off x="9829800" y="3076575"/>
            <a:ext cx="209550" cy="20955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7"/>
            </p:custDataLst>
          </p:nvPr>
        </p:nvSpPr>
        <p:spPr>
          <a:xfrm>
            <a:off x="10182225" y="2998470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铭记一生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8"/>
            </p:custDataLst>
          </p:nvPr>
        </p:nvSpPr>
        <p:spPr>
          <a:xfrm>
            <a:off x="9763125" y="3451860"/>
            <a:ext cx="1657350" cy="112005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总教官：你们展现的，不是一个人的优秀，是一个集体的力量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39"/>
            </p:custDataLst>
          </p:nvPr>
        </p:nvSpPr>
        <p:spPr>
          <a:xfrm>
            <a:off x="571500" y="5661025"/>
            <a:ext cx="11049000" cy="746760"/>
          </a:xfrm>
          <a:custGeom>
            <a:avLst/>
            <a:gdLst>
              <a:gd name="sw" fmla="*/ 1 w 17400"/>
              <a:gd name="sh" fmla="*/ 1 h 1175"/>
              <a:gd name="mins" fmla="min sw sh"/>
              <a:gd name="dsw" fmla="+- 0 sw mins"/>
              <a:gd name="dsh" fmla="+- 0 sh mins"/>
              <a:gd name="p0x0" fmla="*/ 120 w 17400"/>
              <a:gd name="p0y0" fmla="*/ 0 h 1175"/>
              <a:gd name="p0x1" fmla="*/ 17280 w 17400"/>
              <a:gd name="p0y1" fmla="*/ 0 h 1175"/>
              <a:gd name="p0x2" fmla="*/ 17346 w 17400"/>
              <a:gd name="p0y2" fmla="*/ 0 h 1175"/>
              <a:gd name="p0x3" fmla="*/ 17400 w 17400"/>
              <a:gd name="p0y3" fmla="*/ 53 h 1175"/>
              <a:gd name="p0x4" fmla="*/ 17400 w 17400"/>
              <a:gd name="p0y4" fmla="*/ 120 h 1175"/>
              <a:gd name="p0x5" fmla="*/ 17400 w 17400"/>
              <a:gd name="p0y5" fmla="*/ 1055 h 1175"/>
              <a:gd name="p0x6" fmla="*/ 17400 w 17400"/>
              <a:gd name="p0y6" fmla="*/ 1122 h 1175"/>
              <a:gd name="p0x7" fmla="*/ 17346 w 17400"/>
              <a:gd name="p0y7" fmla="*/ 1175 h 1175"/>
              <a:gd name="p0x8" fmla="*/ 17280 w 17400"/>
              <a:gd name="p0y8" fmla="*/ 1175 h 1175"/>
              <a:gd name="p0x9" fmla="*/ 120 w 17400"/>
              <a:gd name="p0y9" fmla="*/ 1175 h 1175"/>
              <a:gd name="p0x10" fmla="*/ 53 w 17400"/>
              <a:gd name="p0y10" fmla="*/ 1175 h 1175"/>
              <a:gd name="p0x11" fmla="*/ 0 w 17400"/>
              <a:gd name="p0y11" fmla="*/ 1122 h 1175"/>
              <a:gd name="p0x12" fmla="*/ 0 w 17400"/>
              <a:gd name="p0y12" fmla="*/ 1055 h 1175"/>
              <a:gd name="p0x13" fmla="*/ 0 w 17400"/>
              <a:gd name="p0y13" fmla="*/ 120 h 1175"/>
              <a:gd name="p0x14" fmla="*/ 0 w 17400"/>
              <a:gd name="p0y14" fmla="*/ 53 h 1175"/>
              <a:gd name="p0x15" fmla="*/ 53 w 17400"/>
              <a:gd name="p0y15" fmla="*/ 0 h 1175"/>
              <a:gd name="p0x16" fmla="*/ 120 w 17400"/>
              <a:gd name="p0y16" fmla="*/ 0 h 117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文本框 36"/>
          <p:cNvSpPr txBox="1"/>
          <p:nvPr>
            <p:custDataLst>
              <p:tags r:id="rId40"/>
            </p:custDataLst>
          </p:nvPr>
        </p:nvSpPr>
        <p:spPr>
          <a:xfrm>
            <a:off x="762000" y="5834701"/>
            <a:ext cx="5900814" cy="39147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你们展现的，不是一个人的优秀，是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一个集体的力量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"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那一刻，我们热泪盈眶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2"/>
            </p:custDataLst>
          </p:nvPr>
        </p:nvSpPr>
        <p:spPr>
          <a:xfrm>
            <a:off x="723900" y="265874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7"/>
          <p:cNvSpPr/>
          <p:nvPr>
            <p:custDataLst>
              <p:tags r:id="rId3"/>
            </p:custDataLst>
          </p:nvPr>
        </p:nvSpPr>
        <p:spPr>
          <a:xfrm>
            <a:off x="781050" y="2792095"/>
            <a:ext cx="19050" cy="28829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>
            <p:custDataLst>
              <p:tags r:id="rId4"/>
            </p:custDataLst>
          </p:nvPr>
        </p:nvSpPr>
        <p:spPr>
          <a:xfrm>
            <a:off x="781050" y="3080385"/>
            <a:ext cx="19050" cy="28829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5"/>
            </p:custDataLst>
          </p:nvPr>
        </p:nvSpPr>
        <p:spPr>
          <a:xfrm>
            <a:off x="723900" y="3368675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781050" y="3502025"/>
            <a:ext cx="19050" cy="288925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7"/>
            </p:custDataLst>
          </p:nvPr>
        </p:nvSpPr>
        <p:spPr>
          <a:xfrm>
            <a:off x="781050" y="3790950"/>
            <a:ext cx="19050" cy="28829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8"/>
            </p:custDataLst>
          </p:nvPr>
        </p:nvSpPr>
        <p:spPr>
          <a:xfrm>
            <a:off x="723900" y="407924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781050" y="4212590"/>
            <a:ext cx="19050" cy="28829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>
            <p:custDataLst>
              <p:tags r:id="rId10"/>
            </p:custDataLst>
          </p:nvPr>
        </p:nvSpPr>
        <p:spPr>
          <a:xfrm>
            <a:off x="781050" y="4500880"/>
            <a:ext cx="19050" cy="28829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任意多边形 24"/>
          <p:cNvSpPr/>
          <p:nvPr>
            <p:custDataLst>
              <p:tags r:id="rId11"/>
            </p:custDataLst>
          </p:nvPr>
        </p:nvSpPr>
        <p:spPr>
          <a:xfrm>
            <a:off x="723900" y="478917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12"/>
            </p:custDataLst>
          </p:nvPr>
        </p:nvSpPr>
        <p:spPr>
          <a:xfrm>
            <a:off x="571500" y="1189990"/>
            <a:ext cx="11049000" cy="714375"/>
          </a:xfrm>
          <a:custGeom>
            <a:avLst/>
            <a:gdLst>
              <a:gd name="sw" fmla="*/ 1 w 17400"/>
              <a:gd name="sh" fmla="*/ 1 h 1125"/>
              <a:gd name="mins" fmla="min sw sh"/>
              <a:gd name="dsw" fmla="+- 0 sw mins"/>
              <a:gd name="dsh" fmla="+- 0 sh mins"/>
              <a:gd name="p0x0" fmla="*/ 120 w 17400"/>
              <a:gd name="p0y0" fmla="*/ 0 h 1125"/>
              <a:gd name="p0x1" fmla="*/ 17280 w 17400"/>
              <a:gd name="p0y1" fmla="*/ 0 h 1125"/>
              <a:gd name="p0x2" fmla="*/ 17346 w 17400"/>
              <a:gd name="p0y2" fmla="*/ 0 h 1125"/>
              <a:gd name="p0x3" fmla="*/ 17400 w 17400"/>
              <a:gd name="p0y3" fmla="*/ 53 h 1125"/>
              <a:gd name="p0x4" fmla="*/ 17400 w 17400"/>
              <a:gd name="p0y4" fmla="*/ 120 h 1125"/>
              <a:gd name="p0x5" fmla="*/ 17400 w 17400"/>
              <a:gd name="p0y5" fmla="*/ 1005 h 1125"/>
              <a:gd name="p0x6" fmla="*/ 17400 w 17400"/>
              <a:gd name="p0y6" fmla="*/ 1071 h 1125"/>
              <a:gd name="p0x7" fmla="*/ 17346 w 17400"/>
              <a:gd name="p0y7" fmla="*/ 1125 h 1125"/>
              <a:gd name="p0x8" fmla="*/ 17280 w 17400"/>
              <a:gd name="p0y8" fmla="*/ 1125 h 1125"/>
              <a:gd name="p0x9" fmla="*/ 120 w 17400"/>
              <a:gd name="p0y9" fmla="*/ 1125 h 1125"/>
              <a:gd name="p0x10" fmla="*/ 53 w 17400"/>
              <a:gd name="p0y10" fmla="*/ 1125 h 1125"/>
              <a:gd name="p0x11" fmla="*/ 0 w 17400"/>
              <a:gd name="p0y11" fmla="*/ 1071 h 1125"/>
              <a:gd name="p0x12" fmla="*/ 0 w 17400"/>
              <a:gd name="p0y12" fmla="*/ 1005 h 1125"/>
              <a:gd name="p0x13" fmla="*/ 0 w 17400"/>
              <a:gd name="p0y13" fmla="*/ 120 h 1125"/>
              <a:gd name="p0x14" fmla="*/ 0 w 17400"/>
              <a:gd name="p0y14" fmla="*/ 53 h 1125"/>
              <a:gd name="p0x15" fmla="*/ 53 w 17400"/>
              <a:gd name="p0y15" fmla="*/ 0 h 1125"/>
              <a:gd name="p0x16" fmla="*/ 120 w 17400"/>
              <a:gd name="p0y16" fmla="*/ 0 h 112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13"/>
            </p:custDataLst>
          </p:nvPr>
        </p:nvSpPr>
        <p:spPr>
          <a:xfrm>
            <a:off x="762000" y="1364342"/>
            <a:ext cx="3640484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做回自己</a:t>
            </a:r>
            <a:r>
              <a:rPr lang="en-US" altLang="zh-CN" sz="21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 —— </a:t>
            </a:r>
            <a:r>
              <a:rPr lang="zh-CN" altLang="en-US" sz="21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记住每一个人</a:t>
            </a:r>
            <a:endParaRPr lang="zh-CN" altLang="en-US" sz="2100"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4"/>
            </p:custDataLst>
          </p:nvPr>
        </p:nvSpPr>
        <p:spPr>
          <a:xfrm>
            <a:off x="975995" y="2374900"/>
            <a:ext cx="10487025" cy="701040"/>
          </a:xfrm>
          <a:custGeom>
            <a:avLst/>
            <a:gdLst>
              <a:gd name="sw" fmla="*/ 1 w 16515"/>
              <a:gd name="sh" fmla="*/ 1 h 1103"/>
              <a:gd name="mins" fmla="min sw sh"/>
              <a:gd name="dsw" fmla="+- 0 sw mins"/>
              <a:gd name="dsh" fmla="+- 0 sh mins"/>
              <a:gd name="p0x0" fmla="*/ 120 w 16515"/>
              <a:gd name="p0y0" fmla="*/ 0 h 1103"/>
              <a:gd name="p0x1" fmla="*/ 16395 w 16515"/>
              <a:gd name="p0y1" fmla="*/ 0 h 1103"/>
              <a:gd name="p0x2" fmla="*/ 16461 w 16515"/>
              <a:gd name="p0y2" fmla="*/ 0 h 1103"/>
              <a:gd name="p0x3" fmla="*/ 16515 w 16515"/>
              <a:gd name="p0y3" fmla="*/ 53 h 1103"/>
              <a:gd name="p0x4" fmla="*/ 16515 w 16515"/>
              <a:gd name="p0y4" fmla="*/ 120 h 1103"/>
              <a:gd name="p0x5" fmla="*/ 16515 w 16515"/>
              <a:gd name="p0y5" fmla="*/ 983 h 1103"/>
              <a:gd name="p0x6" fmla="*/ 16515 w 16515"/>
              <a:gd name="p0y6" fmla="*/ 1049 h 1103"/>
              <a:gd name="p0x7" fmla="*/ 16461 w 16515"/>
              <a:gd name="p0y7" fmla="*/ 1103 h 1103"/>
              <a:gd name="p0x8" fmla="*/ 16395 w 16515"/>
              <a:gd name="p0y8" fmla="*/ 1103 h 1103"/>
              <a:gd name="p0x9" fmla="*/ 120 w 16515"/>
              <a:gd name="p0y9" fmla="*/ 1103 h 1103"/>
              <a:gd name="p0x10" fmla="*/ 53 w 16515"/>
              <a:gd name="p0y10" fmla="*/ 1103 h 1103"/>
              <a:gd name="p0x11" fmla="*/ 0 w 16515"/>
              <a:gd name="p0y11" fmla="*/ 1049 h 1103"/>
              <a:gd name="p0x12" fmla="*/ 0 w 16515"/>
              <a:gd name="p0y12" fmla="*/ 983 h 1103"/>
              <a:gd name="p0x13" fmla="*/ 0 w 16515"/>
              <a:gd name="p0y13" fmla="*/ 120 h 1103"/>
              <a:gd name="p0x14" fmla="*/ 0 w 16515"/>
              <a:gd name="p0y14" fmla="*/ 53 h 1103"/>
              <a:gd name="p0x15" fmla="*/ 53 w 16515"/>
              <a:gd name="p0y15" fmla="*/ 0 h 1103"/>
              <a:gd name="p0x16" fmla="*/ 120 w 16515"/>
              <a:gd name="p0y16" fmla="*/ 0 h 11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>
            <p:custDataLst>
              <p:tags r:id="rId15"/>
            </p:custDataLst>
          </p:nvPr>
        </p:nvSpPr>
        <p:spPr>
          <a:xfrm>
            <a:off x="1095375" y="2494436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摘下帽子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6"/>
            </p:custDataLst>
          </p:nvPr>
        </p:nvSpPr>
        <p:spPr>
          <a:xfrm>
            <a:off x="1095375" y="2784948"/>
            <a:ext cx="10248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笑着笑着就哭了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7"/>
            </p:custDataLst>
          </p:nvPr>
        </p:nvSpPr>
        <p:spPr>
          <a:xfrm>
            <a:off x="975995" y="3085465"/>
            <a:ext cx="10487025" cy="700405"/>
          </a:xfrm>
          <a:custGeom>
            <a:avLst/>
            <a:gdLst>
              <a:gd name="sw" fmla="*/ 1 w 16515"/>
              <a:gd name="sh" fmla="*/ 1 h 1103"/>
              <a:gd name="mins" fmla="min sw sh"/>
              <a:gd name="dsw" fmla="+- 0 sw mins"/>
              <a:gd name="dsh" fmla="+- 0 sh mins"/>
              <a:gd name="p0x0" fmla="*/ 120 w 16515"/>
              <a:gd name="p0y0" fmla="*/ 0 h 1103"/>
              <a:gd name="p0x1" fmla="*/ 16395 w 16515"/>
              <a:gd name="p0y1" fmla="*/ 0 h 1103"/>
              <a:gd name="p0x2" fmla="*/ 16461 w 16515"/>
              <a:gd name="p0y2" fmla="*/ 0 h 1103"/>
              <a:gd name="p0x3" fmla="*/ 16515 w 16515"/>
              <a:gd name="p0y3" fmla="*/ 53 h 1103"/>
              <a:gd name="p0x4" fmla="*/ 16515 w 16515"/>
              <a:gd name="p0y4" fmla="*/ 120 h 1103"/>
              <a:gd name="p0x5" fmla="*/ 16515 w 16515"/>
              <a:gd name="p0y5" fmla="*/ 983 h 1103"/>
              <a:gd name="p0x6" fmla="*/ 16515 w 16515"/>
              <a:gd name="p0y6" fmla="*/ 1049 h 1103"/>
              <a:gd name="p0x7" fmla="*/ 16461 w 16515"/>
              <a:gd name="p0y7" fmla="*/ 1103 h 1103"/>
              <a:gd name="p0x8" fmla="*/ 16395 w 16515"/>
              <a:gd name="p0y8" fmla="*/ 1103 h 1103"/>
              <a:gd name="p0x9" fmla="*/ 120 w 16515"/>
              <a:gd name="p0y9" fmla="*/ 1103 h 1103"/>
              <a:gd name="p0x10" fmla="*/ 53 w 16515"/>
              <a:gd name="p0y10" fmla="*/ 1103 h 1103"/>
              <a:gd name="p0x11" fmla="*/ 0 w 16515"/>
              <a:gd name="p0y11" fmla="*/ 1049 h 1103"/>
              <a:gd name="p0x12" fmla="*/ 0 w 16515"/>
              <a:gd name="p0y12" fmla="*/ 983 h 1103"/>
              <a:gd name="p0x13" fmla="*/ 0 w 16515"/>
              <a:gd name="p0y13" fmla="*/ 120 h 1103"/>
              <a:gd name="p0x14" fmla="*/ 0 w 16515"/>
              <a:gd name="p0y14" fmla="*/ 53 h 1103"/>
              <a:gd name="p0x15" fmla="*/ 53 w 16515"/>
              <a:gd name="p0y15" fmla="*/ 0 h 1103"/>
              <a:gd name="p0x16" fmla="*/ 120 w 16515"/>
              <a:gd name="p0y16" fmla="*/ 0 h 11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8"/>
            </p:custDataLst>
          </p:nvPr>
        </p:nvSpPr>
        <p:spPr>
          <a:xfrm>
            <a:off x="1095375" y="3204648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围在身边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9"/>
            </p:custDataLst>
          </p:nvPr>
        </p:nvSpPr>
        <p:spPr>
          <a:xfrm>
            <a:off x="1095375" y="3495161"/>
            <a:ext cx="10248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七嘴八舌说个不停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0"/>
            </p:custDataLst>
          </p:nvPr>
        </p:nvSpPr>
        <p:spPr>
          <a:xfrm>
            <a:off x="975995" y="3795395"/>
            <a:ext cx="10487025" cy="701040"/>
          </a:xfrm>
          <a:custGeom>
            <a:avLst/>
            <a:gdLst>
              <a:gd name="sw" fmla="*/ 1 w 16515"/>
              <a:gd name="sh" fmla="*/ 1 h 1103"/>
              <a:gd name="mins" fmla="min sw sh"/>
              <a:gd name="dsw" fmla="+- 0 sw mins"/>
              <a:gd name="dsh" fmla="+- 0 sh mins"/>
              <a:gd name="p0x0" fmla="*/ 120 w 16515"/>
              <a:gd name="p0y0" fmla="*/ 0 h 1103"/>
              <a:gd name="p0x1" fmla="*/ 16395 w 16515"/>
              <a:gd name="p0y1" fmla="*/ 0 h 1103"/>
              <a:gd name="p0x2" fmla="*/ 16461 w 16515"/>
              <a:gd name="p0y2" fmla="*/ 0 h 1103"/>
              <a:gd name="p0x3" fmla="*/ 16515 w 16515"/>
              <a:gd name="p0y3" fmla="*/ 53 h 1103"/>
              <a:gd name="p0x4" fmla="*/ 16515 w 16515"/>
              <a:gd name="p0y4" fmla="*/ 120 h 1103"/>
              <a:gd name="p0x5" fmla="*/ 16515 w 16515"/>
              <a:gd name="p0y5" fmla="*/ 983 h 1103"/>
              <a:gd name="p0x6" fmla="*/ 16515 w 16515"/>
              <a:gd name="p0y6" fmla="*/ 1049 h 1103"/>
              <a:gd name="p0x7" fmla="*/ 16461 w 16515"/>
              <a:gd name="p0y7" fmla="*/ 1103 h 1103"/>
              <a:gd name="p0x8" fmla="*/ 16395 w 16515"/>
              <a:gd name="p0y8" fmla="*/ 1103 h 1103"/>
              <a:gd name="p0x9" fmla="*/ 120 w 16515"/>
              <a:gd name="p0y9" fmla="*/ 1103 h 1103"/>
              <a:gd name="p0x10" fmla="*/ 53 w 16515"/>
              <a:gd name="p0y10" fmla="*/ 1103 h 1103"/>
              <a:gd name="p0x11" fmla="*/ 0 w 16515"/>
              <a:gd name="p0y11" fmla="*/ 1049 h 1103"/>
              <a:gd name="p0x12" fmla="*/ 0 w 16515"/>
              <a:gd name="p0y12" fmla="*/ 983 h 1103"/>
              <a:gd name="p0x13" fmla="*/ 0 w 16515"/>
              <a:gd name="p0y13" fmla="*/ 120 h 1103"/>
              <a:gd name="p0x14" fmla="*/ 0 w 16515"/>
              <a:gd name="p0y14" fmla="*/ 53 h 1103"/>
              <a:gd name="p0x15" fmla="*/ 53 w 16515"/>
              <a:gd name="p0y15" fmla="*/ 0 h 1103"/>
              <a:gd name="p0x16" fmla="*/ 120 w 16515"/>
              <a:gd name="p0y16" fmla="*/ 0 h 11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>
            <p:custDataLst>
              <p:tags r:id="rId21"/>
            </p:custDataLst>
          </p:nvPr>
        </p:nvSpPr>
        <p:spPr>
          <a:xfrm>
            <a:off x="1095375" y="3914851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叫出名字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2"/>
            </p:custDataLst>
          </p:nvPr>
        </p:nvSpPr>
        <p:spPr>
          <a:xfrm>
            <a:off x="1095375" y="4205364"/>
            <a:ext cx="10248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原来不止是编号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23"/>
            </p:custDataLst>
          </p:nvPr>
        </p:nvSpPr>
        <p:spPr>
          <a:xfrm>
            <a:off x="975995" y="4505960"/>
            <a:ext cx="10487025" cy="700405"/>
          </a:xfrm>
          <a:custGeom>
            <a:avLst/>
            <a:gdLst>
              <a:gd name="sw" fmla="*/ 1 w 16515"/>
              <a:gd name="sh" fmla="*/ 1 h 1103"/>
              <a:gd name="mins" fmla="min sw sh"/>
              <a:gd name="dsw" fmla="+- 0 sw mins"/>
              <a:gd name="dsh" fmla="+- 0 sh mins"/>
              <a:gd name="p0x0" fmla="*/ 120 w 16515"/>
              <a:gd name="p0y0" fmla="*/ 0 h 1103"/>
              <a:gd name="p0x1" fmla="*/ 16395 w 16515"/>
              <a:gd name="p0y1" fmla="*/ 0 h 1103"/>
              <a:gd name="p0x2" fmla="*/ 16461 w 16515"/>
              <a:gd name="p0y2" fmla="*/ 0 h 1103"/>
              <a:gd name="p0x3" fmla="*/ 16515 w 16515"/>
              <a:gd name="p0y3" fmla="*/ 53 h 1103"/>
              <a:gd name="p0x4" fmla="*/ 16515 w 16515"/>
              <a:gd name="p0y4" fmla="*/ 120 h 1103"/>
              <a:gd name="p0x5" fmla="*/ 16515 w 16515"/>
              <a:gd name="p0y5" fmla="*/ 983 h 1103"/>
              <a:gd name="p0x6" fmla="*/ 16515 w 16515"/>
              <a:gd name="p0y6" fmla="*/ 1049 h 1103"/>
              <a:gd name="p0x7" fmla="*/ 16461 w 16515"/>
              <a:gd name="p0y7" fmla="*/ 1103 h 1103"/>
              <a:gd name="p0x8" fmla="*/ 16395 w 16515"/>
              <a:gd name="p0y8" fmla="*/ 1103 h 1103"/>
              <a:gd name="p0x9" fmla="*/ 120 w 16515"/>
              <a:gd name="p0y9" fmla="*/ 1103 h 1103"/>
              <a:gd name="p0x10" fmla="*/ 53 w 16515"/>
              <a:gd name="p0y10" fmla="*/ 1103 h 1103"/>
              <a:gd name="p0x11" fmla="*/ 0 w 16515"/>
              <a:gd name="p0y11" fmla="*/ 1049 h 1103"/>
              <a:gd name="p0x12" fmla="*/ 0 w 16515"/>
              <a:gd name="p0y12" fmla="*/ 983 h 1103"/>
              <a:gd name="p0x13" fmla="*/ 0 w 16515"/>
              <a:gd name="p0y13" fmla="*/ 120 h 1103"/>
              <a:gd name="p0x14" fmla="*/ 0 w 16515"/>
              <a:gd name="p0y14" fmla="*/ 53 h 1103"/>
              <a:gd name="p0x15" fmla="*/ 53 w 16515"/>
              <a:gd name="p0y15" fmla="*/ 0 h 1103"/>
              <a:gd name="p0x16" fmla="*/ 120 w 16515"/>
              <a:gd name="p0y16" fmla="*/ 0 h 1103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>
            <p:custDataLst>
              <p:tags r:id="rId24"/>
            </p:custDataLst>
          </p:nvPr>
        </p:nvSpPr>
        <p:spPr>
          <a:xfrm>
            <a:off x="1095375" y="4625064"/>
            <a:ext cx="102489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夕阳下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25"/>
            </p:custDataLst>
          </p:nvPr>
        </p:nvSpPr>
        <p:spPr>
          <a:xfrm>
            <a:off x="1095375" y="4915576"/>
            <a:ext cx="1024890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那个拥抱滚烫了整个青春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6"/>
            </p:custDataLst>
          </p:nvPr>
        </p:nvSpPr>
        <p:spPr>
          <a:xfrm>
            <a:off x="571500" y="5701030"/>
            <a:ext cx="11049000" cy="666750"/>
          </a:xfrm>
          <a:custGeom>
            <a:avLst/>
            <a:gdLst>
              <a:gd name="sw" fmla="*/ 1 w 17400"/>
              <a:gd name="sh" fmla="*/ 1 h 1050"/>
              <a:gd name="mins" fmla="min sw sh"/>
              <a:gd name="dsw" fmla="+- 0 sw mins"/>
              <a:gd name="dsh" fmla="+- 0 sh mins"/>
              <a:gd name="p0x0" fmla="*/ 120 w 17400"/>
              <a:gd name="p0y0" fmla="*/ 0 h 1050"/>
              <a:gd name="p0x1" fmla="*/ 17280 w 17400"/>
              <a:gd name="p0y1" fmla="*/ 0 h 1050"/>
              <a:gd name="p0x2" fmla="*/ 17346 w 17400"/>
              <a:gd name="p0y2" fmla="*/ 0 h 1050"/>
              <a:gd name="p0x3" fmla="*/ 17400 w 17400"/>
              <a:gd name="p0y3" fmla="*/ 53 h 1050"/>
              <a:gd name="p0x4" fmla="*/ 17400 w 17400"/>
              <a:gd name="p0y4" fmla="*/ 120 h 1050"/>
              <a:gd name="p0x5" fmla="*/ 17400 w 17400"/>
              <a:gd name="p0y5" fmla="*/ 930 h 1050"/>
              <a:gd name="p0x6" fmla="*/ 17400 w 17400"/>
              <a:gd name="p0y6" fmla="*/ 996 h 1050"/>
              <a:gd name="p0x7" fmla="*/ 17346 w 17400"/>
              <a:gd name="p0y7" fmla="*/ 1050 h 1050"/>
              <a:gd name="p0x8" fmla="*/ 17280 w 17400"/>
              <a:gd name="p0y8" fmla="*/ 1050 h 1050"/>
              <a:gd name="p0x9" fmla="*/ 120 w 17400"/>
              <a:gd name="p0y9" fmla="*/ 1050 h 1050"/>
              <a:gd name="p0x10" fmla="*/ 53 w 17400"/>
              <a:gd name="p0y10" fmla="*/ 1050 h 1050"/>
              <a:gd name="p0x11" fmla="*/ 0 w 17400"/>
              <a:gd name="p0y11" fmla="*/ 996 h 1050"/>
              <a:gd name="p0x12" fmla="*/ 0 w 17400"/>
              <a:gd name="p0y12" fmla="*/ 930 h 1050"/>
              <a:gd name="p0x13" fmla="*/ 0 w 17400"/>
              <a:gd name="p0y13" fmla="*/ 120 h 1050"/>
              <a:gd name="p0x14" fmla="*/ 0 w 17400"/>
              <a:gd name="p0y14" fmla="*/ 53 h 1050"/>
              <a:gd name="p0x15" fmla="*/ 53 w 17400"/>
              <a:gd name="p0y15" fmla="*/ 0 h 1050"/>
              <a:gd name="p0x16" fmla="*/ 120 w 17400"/>
              <a:gd name="p0y16" fmla="*/ 0 h 10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7"/>
            </p:custDataLst>
          </p:nvPr>
        </p:nvSpPr>
        <p:spPr>
          <a:xfrm>
            <a:off x="762000" y="5876573"/>
            <a:ext cx="10668000" cy="31146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军训教会我们：队伍会散，但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集体的心跳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永远同频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05</a:t>
            </a:r>
            <a:endParaRPr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日常吃饭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879533"/>
            <a:ext cx="3398568" cy="7477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sym typeface="+mn-ea"/>
              </a:rPr>
              <a:t>饭前呼号，饭时安静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sym typeface="+mn-ea"/>
              </a:rPr>
              <a:t>纪律藏在烟火气里</a:t>
            </a:r>
            <a:endParaRPr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告别教官：谢谢你陪我成长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pic>
        <p:nvPicPr>
          <p:cNvPr id="4" name="图片 3" descr="954cea39-9871-11f1-8637-26e742f7df6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t="43" r="8" b="43"/>
          <a:stretch>
            <a:fillRect/>
          </a:stretch>
        </p:blipFill>
        <p:spPr>
          <a:xfrm>
            <a:off x="571500" y="1104906"/>
            <a:ext cx="4528185" cy="537208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131" h="8460">
                <a:moveTo>
                  <a:pt x="120" y="0"/>
                </a:moveTo>
                <a:lnTo>
                  <a:pt x="7011" y="0"/>
                </a:lnTo>
                <a:cubicBezTo>
                  <a:pt x="7077" y="0"/>
                  <a:pt x="7131" y="54"/>
                  <a:pt x="7131" y="120"/>
                </a:cubicBezTo>
                <a:lnTo>
                  <a:pt x="7131" y="8340"/>
                </a:lnTo>
                <a:cubicBezTo>
                  <a:pt x="7131" y="8406"/>
                  <a:pt x="7077" y="8460"/>
                  <a:pt x="7011" y="8460"/>
                </a:cubicBezTo>
                <a:lnTo>
                  <a:pt x="120" y="8460"/>
                </a:lnTo>
                <a:cubicBezTo>
                  <a:pt x="54" y="8460"/>
                  <a:pt x="0" y="8406"/>
                  <a:pt x="0" y="834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</p:spPr>
      </p:pic>
      <p:sp>
        <p:nvSpPr>
          <p:cNvPr id="9" name="任意多边形 8"/>
          <p:cNvSpPr/>
          <p:nvPr>
            <p:custDataLst>
              <p:tags r:id="rId4"/>
            </p:custDataLst>
          </p:nvPr>
        </p:nvSpPr>
        <p:spPr>
          <a:xfrm>
            <a:off x="5442585" y="238125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5499735" y="251460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>
            <p:custDataLst>
              <p:tags r:id="rId6"/>
            </p:custDataLst>
          </p:nvPr>
        </p:nvSpPr>
        <p:spPr>
          <a:xfrm>
            <a:off x="5499735" y="289560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任意多边形 14"/>
          <p:cNvSpPr/>
          <p:nvPr>
            <p:custDataLst>
              <p:tags r:id="rId7"/>
            </p:custDataLst>
          </p:nvPr>
        </p:nvSpPr>
        <p:spPr>
          <a:xfrm>
            <a:off x="5442585" y="327660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8"/>
            </p:custDataLst>
          </p:nvPr>
        </p:nvSpPr>
        <p:spPr>
          <a:xfrm>
            <a:off x="5499735" y="340995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>
            <p:custDataLst>
              <p:tags r:id="rId9"/>
            </p:custDataLst>
          </p:nvPr>
        </p:nvSpPr>
        <p:spPr>
          <a:xfrm>
            <a:off x="5499735" y="379095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任意多边形 20"/>
          <p:cNvSpPr/>
          <p:nvPr>
            <p:custDataLst>
              <p:tags r:id="rId10"/>
            </p:custDataLst>
          </p:nvPr>
        </p:nvSpPr>
        <p:spPr>
          <a:xfrm>
            <a:off x="5442585" y="417195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>
            <p:custDataLst>
              <p:tags r:id="rId11"/>
            </p:custDataLst>
          </p:nvPr>
        </p:nvSpPr>
        <p:spPr>
          <a:xfrm>
            <a:off x="5499735" y="430530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>
            <p:custDataLst>
              <p:tags r:id="rId12"/>
            </p:custDataLst>
          </p:nvPr>
        </p:nvSpPr>
        <p:spPr>
          <a:xfrm>
            <a:off x="5499735" y="468630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任意多边形 26"/>
          <p:cNvSpPr/>
          <p:nvPr>
            <p:custDataLst>
              <p:tags r:id="rId13"/>
            </p:custDataLst>
          </p:nvPr>
        </p:nvSpPr>
        <p:spPr>
          <a:xfrm>
            <a:off x="5442585" y="506730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矩形 27"/>
          <p:cNvSpPr/>
          <p:nvPr>
            <p:custDataLst>
              <p:tags r:id="rId14"/>
            </p:custDataLst>
          </p:nvPr>
        </p:nvSpPr>
        <p:spPr>
          <a:xfrm>
            <a:off x="5499735" y="520065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>
            <p:custDataLst>
              <p:tags r:id="rId15"/>
            </p:custDataLst>
          </p:nvPr>
        </p:nvSpPr>
        <p:spPr>
          <a:xfrm>
            <a:off x="5499735" y="5581650"/>
            <a:ext cx="19050" cy="381000"/>
          </a:xfrm>
          <a:prstGeom prst="rect">
            <a:avLst/>
          </a:pr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任意多边形 32"/>
          <p:cNvSpPr/>
          <p:nvPr>
            <p:custDataLst>
              <p:tags r:id="rId16"/>
            </p:custDataLst>
          </p:nvPr>
        </p:nvSpPr>
        <p:spPr>
          <a:xfrm>
            <a:off x="5442585" y="5962650"/>
            <a:ext cx="133350" cy="133350"/>
          </a:xfrm>
          <a:custGeom>
            <a:avLst/>
            <a:gdLst>
              <a:gd name="sw" fmla="*/ 1 w 210"/>
              <a:gd name="sh" fmla="*/ 1 h 210"/>
              <a:gd name="mins" fmla="min sw sh"/>
              <a:gd name="dsw" fmla="+- 0 sw mins"/>
              <a:gd name="dsh" fmla="+- 0 sh mins"/>
              <a:gd name="p0x0" fmla="*/ 105 w 210"/>
              <a:gd name="p0y0" fmla="*/ 0 h 210"/>
              <a:gd name="p0x1" fmla="*/ 162 w 210"/>
              <a:gd name="p0y1" fmla="*/ 0 h 210"/>
              <a:gd name="p0x2" fmla="*/ 210 w 210"/>
              <a:gd name="p0y2" fmla="*/ 47 h 210"/>
              <a:gd name="p0x3" fmla="*/ 210 w 210"/>
              <a:gd name="p0y3" fmla="*/ 105 h 210"/>
              <a:gd name="p0x4" fmla="*/ 210 w 210"/>
              <a:gd name="p0y4" fmla="*/ 162 h 210"/>
              <a:gd name="p0x5" fmla="*/ 162 w 210"/>
              <a:gd name="p0y5" fmla="*/ 210 h 210"/>
              <a:gd name="p0x6" fmla="*/ 105 w 210"/>
              <a:gd name="p0y6" fmla="*/ 210 h 210"/>
              <a:gd name="p0x7" fmla="*/ 47 w 210"/>
              <a:gd name="p0y7" fmla="*/ 210 h 210"/>
              <a:gd name="p0x8" fmla="*/ 0 w 210"/>
              <a:gd name="p0y8" fmla="*/ 162 h 210"/>
              <a:gd name="p0x9" fmla="*/ 0 w 210"/>
              <a:gd name="p0y9" fmla="*/ 105 h 210"/>
              <a:gd name="p0x10" fmla="*/ 0 w 210"/>
              <a:gd name="p0y10" fmla="*/ 47 h 210"/>
              <a:gd name="p0x11" fmla="*/ 47 w 210"/>
              <a:gd name="p0y11" fmla="*/ 0 h 210"/>
              <a:gd name="p0x12" fmla="*/ 105 w 210"/>
              <a:gd name="p0y12" fmla="*/ 0 h 21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17"/>
            </p:custDataLst>
          </p:nvPr>
        </p:nvSpPr>
        <p:spPr>
          <a:xfrm>
            <a:off x="5371465" y="1109345"/>
            <a:ext cx="6243955" cy="695325"/>
          </a:xfrm>
          <a:custGeom>
            <a:avLst/>
            <a:gdLst>
              <a:gd name="sw" fmla="*/ 1 w 9833"/>
              <a:gd name="sh" fmla="*/ 1 h 1095"/>
              <a:gd name="mins" fmla="min sw sh"/>
              <a:gd name="dsw" fmla="+- 0 sw mins"/>
              <a:gd name="dsh" fmla="+- 0 sh mins"/>
              <a:gd name="p0x0" fmla="*/ 120 w 9833"/>
              <a:gd name="p0y0" fmla="*/ 0 h 1095"/>
              <a:gd name="p0x1" fmla="*/ 9713 w 9833"/>
              <a:gd name="p0y1" fmla="*/ 0 h 1095"/>
              <a:gd name="p0x2" fmla="*/ 9779 w 9833"/>
              <a:gd name="p0y2" fmla="*/ 0 h 1095"/>
              <a:gd name="p0x3" fmla="*/ 9833 w 9833"/>
              <a:gd name="p0y3" fmla="*/ 53 h 1095"/>
              <a:gd name="p0x4" fmla="*/ 9833 w 9833"/>
              <a:gd name="p0y4" fmla="*/ 120 h 1095"/>
              <a:gd name="p0x5" fmla="*/ 9833 w 9833"/>
              <a:gd name="p0y5" fmla="*/ 975 h 1095"/>
              <a:gd name="p0x6" fmla="*/ 9833 w 9833"/>
              <a:gd name="p0y6" fmla="*/ 1041 h 1095"/>
              <a:gd name="p0x7" fmla="*/ 9779 w 9833"/>
              <a:gd name="p0y7" fmla="*/ 1095 h 1095"/>
              <a:gd name="p0x8" fmla="*/ 9713 w 9833"/>
              <a:gd name="p0y8" fmla="*/ 1095 h 1095"/>
              <a:gd name="p0x9" fmla="*/ 120 w 9833"/>
              <a:gd name="p0y9" fmla="*/ 1095 h 1095"/>
              <a:gd name="p0x10" fmla="*/ 53 w 9833"/>
              <a:gd name="p0y10" fmla="*/ 1095 h 1095"/>
              <a:gd name="p0x11" fmla="*/ 0 w 9833"/>
              <a:gd name="p0y11" fmla="*/ 1041 h 1095"/>
              <a:gd name="p0x12" fmla="*/ 0 w 9833"/>
              <a:gd name="p0y12" fmla="*/ 975 h 1095"/>
              <a:gd name="p0x13" fmla="*/ 0 w 9833"/>
              <a:gd name="p0y13" fmla="*/ 120 h 1095"/>
              <a:gd name="p0x14" fmla="*/ 0 w 9833"/>
              <a:gd name="p0y14" fmla="*/ 53 h 1095"/>
              <a:gd name="p0x15" fmla="*/ 53 w 9833"/>
              <a:gd name="p0y15" fmla="*/ 0 h 1095"/>
              <a:gd name="p0x16" fmla="*/ 120 w 9833"/>
              <a:gd name="p0y16" fmla="*/ 0 h 10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18"/>
            </p:custDataLst>
          </p:nvPr>
        </p:nvSpPr>
        <p:spPr>
          <a:xfrm>
            <a:off x="5653907" y="1290638"/>
            <a:ext cx="5679281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33000"/>
              </a:lnSpc>
            </a:pPr>
            <a:r>
              <a:rPr lang="en-US" sz="15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sz="15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我带过很多届学生，你们不是最优秀的，但你们是</a:t>
            </a:r>
            <a:r>
              <a:rPr sz="15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最团结的</a:t>
            </a:r>
            <a:r>
              <a:rPr lang="zh-CN" sz="15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。</a:t>
            </a:r>
            <a:r>
              <a:rPr lang="en-US" altLang="zh-CN" sz="1500"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endParaRPr lang="en-US" altLang="zh-CN" sz="1500"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9"/>
            </p:custDataLst>
          </p:nvPr>
        </p:nvSpPr>
        <p:spPr>
          <a:xfrm>
            <a:off x="5695315" y="2004695"/>
            <a:ext cx="5843905" cy="885825"/>
          </a:xfrm>
          <a:custGeom>
            <a:avLst/>
            <a:gdLst>
              <a:gd name="sw" fmla="*/ 1 w 9203"/>
              <a:gd name="sh" fmla="*/ 1 h 1395"/>
              <a:gd name="mins" fmla="min sw sh"/>
              <a:gd name="dsw" fmla="+- 0 sw mins"/>
              <a:gd name="dsh" fmla="+- 0 sh mins"/>
              <a:gd name="p0x0" fmla="*/ 120 w 9203"/>
              <a:gd name="p0y0" fmla="*/ 0 h 1395"/>
              <a:gd name="p0x1" fmla="*/ 9083 w 9203"/>
              <a:gd name="p0y1" fmla="*/ 0 h 1395"/>
              <a:gd name="p0x2" fmla="*/ 9149 w 9203"/>
              <a:gd name="p0y2" fmla="*/ 0 h 1395"/>
              <a:gd name="p0x3" fmla="*/ 9203 w 9203"/>
              <a:gd name="p0y3" fmla="*/ 53 h 1395"/>
              <a:gd name="p0x4" fmla="*/ 9203 w 9203"/>
              <a:gd name="p0y4" fmla="*/ 120 h 1395"/>
              <a:gd name="p0x5" fmla="*/ 9203 w 9203"/>
              <a:gd name="p0y5" fmla="*/ 1275 h 1395"/>
              <a:gd name="p0x6" fmla="*/ 9203 w 9203"/>
              <a:gd name="p0y6" fmla="*/ 1341 h 1395"/>
              <a:gd name="p0x7" fmla="*/ 9149 w 9203"/>
              <a:gd name="p0y7" fmla="*/ 1395 h 1395"/>
              <a:gd name="p0x8" fmla="*/ 9083 w 9203"/>
              <a:gd name="p0y8" fmla="*/ 1395 h 1395"/>
              <a:gd name="p0x9" fmla="*/ 120 w 9203"/>
              <a:gd name="p0y9" fmla="*/ 1395 h 1395"/>
              <a:gd name="p0x10" fmla="*/ 53 w 9203"/>
              <a:gd name="p0y10" fmla="*/ 1395 h 1395"/>
              <a:gd name="p0x11" fmla="*/ 0 w 9203"/>
              <a:gd name="p0y11" fmla="*/ 1341 h 1395"/>
              <a:gd name="p0x12" fmla="*/ 0 w 9203"/>
              <a:gd name="p0y12" fmla="*/ 1275 h 1395"/>
              <a:gd name="p0x13" fmla="*/ 0 w 9203"/>
              <a:gd name="p0y13" fmla="*/ 120 h 1395"/>
              <a:gd name="p0x14" fmla="*/ 0 w 9203"/>
              <a:gd name="p0y14" fmla="*/ 53 h 1395"/>
              <a:gd name="p0x15" fmla="*/ 53 w 9203"/>
              <a:gd name="p0y15" fmla="*/ 0 h 1395"/>
              <a:gd name="p0x16" fmla="*/ 120 w 9203"/>
              <a:gd name="p0y16" fmla="*/ 0 h 1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>
            <p:custDataLst>
              <p:tags r:id="rId20"/>
            </p:custDataLst>
          </p:nvPr>
        </p:nvSpPr>
        <p:spPr>
          <a:xfrm>
            <a:off x="5814422" y="2202656"/>
            <a:ext cx="560598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最后一次点名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21"/>
            </p:custDataLst>
          </p:nvPr>
        </p:nvSpPr>
        <p:spPr>
          <a:xfrm>
            <a:off x="5814422" y="2493169"/>
            <a:ext cx="560598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每一声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到</a:t>
            </a:r>
            <a:r>
              <a:rPr lang="en-US" alt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都喊得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格外响亮</a:t>
            </a: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，像是在做最后的告别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22"/>
            </p:custDataLst>
          </p:nvPr>
        </p:nvSpPr>
        <p:spPr>
          <a:xfrm>
            <a:off x="5695315" y="2900045"/>
            <a:ext cx="5843905" cy="885825"/>
          </a:xfrm>
          <a:custGeom>
            <a:avLst/>
            <a:gdLst>
              <a:gd name="sw" fmla="*/ 1 w 9203"/>
              <a:gd name="sh" fmla="*/ 1 h 1395"/>
              <a:gd name="mins" fmla="min sw sh"/>
              <a:gd name="dsw" fmla="+- 0 sw mins"/>
              <a:gd name="dsh" fmla="+- 0 sh mins"/>
              <a:gd name="p0x0" fmla="*/ 120 w 9203"/>
              <a:gd name="p0y0" fmla="*/ 0 h 1395"/>
              <a:gd name="p0x1" fmla="*/ 9083 w 9203"/>
              <a:gd name="p0y1" fmla="*/ 0 h 1395"/>
              <a:gd name="p0x2" fmla="*/ 9149 w 9203"/>
              <a:gd name="p0y2" fmla="*/ 0 h 1395"/>
              <a:gd name="p0x3" fmla="*/ 9203 w 9203"/>
              <a:gd name="p0y3" fmla="*/ 53 h 1395"/>
              <a:gd name="p0x4" fmla="*/ 9203 w 9203"/>
              <a:gd name="p0y4" fmla="*/ 120 h 1395"/>
              <a:gd name="p0x5" fmla="*/ 9203 w 9203"/>
              <a:gd name="p0y5" fmla="*/ 1275 h 1395"/>
              <a:gd name="p0x6" fmla="*/ 9203 w 9203"/>
              <a:gd name="p0y6" fmla="*/ 1341 h 1395"/>
              <a:gd name="p0x7" fmla="*/ 9149 w 9203"/>
              <a:gd name="p0y7" fmla="*/ 1395 h 1395"/>
              <a:gd name="p0x8" fmla="*/ 9083 w 9203"/>
              <a:gd name="p0y8" fmla="*/ 1395 h 1395"/>
              <a:gd name="p0x9" fmla="*/ 120 w 9203"/>
              <a:gd name="p0y9" fmla="*/ 1395 h 1395"/>
              <a:gd name="p0x10" fmla="*/ 53 w 9203"/>
              <a:gd name="p0y10" fmla="*/ 1395 h 1395"/>
              <a:gd name="p0x11" fmla="*/ 0 w 9203"/>
              <a:gd name="p0y11" fmla="*/ 1341 h 1395"/>
              <a:gd name="p0x12" fmla="*/ 0 w 9203"/>
              <a:gd name="p0y12" fmla="*/ 1275 h 1395"/>
              <a:gd name="p0x13" fmla="*/ 0 w 9203"/>
              <a:gd name="p0y13" fmla="*/ 120 h 1395"/>
              <a:gd name="p0x14" fmla="*/ 0 w 9203"/>
              <a:gd name="p0y14" fmla="*/ 53 h 1395"/>
              <a:gd name="p0x15" fmla="*/ 53 w 9203"/>
              <a:gd name="p0y15" fmla="*/ 0 h 1395"/>
              <a:gd name="p0x16" fmla="*/ 120 w 9203"/>
              <a:gd name="p0y16" fmla="*/ 0 h 1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5814422" y="3098006"/>
            <a:ext cx="560598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最高的评价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4"/>
            </p:custDataLst>
          </p:nvPr>
        </p:nvSpPr>
        <p:spPr>
          <a:xfrm>
            <a:off x="5814422" y="3388519"/>
            <a:ext cx="5605986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en-US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你们不是最优秀的，但你们是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最团结的</a:t>
            </a:r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"</a:t>
            </a:r>
            <a:endParaRPr sz="12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5"/>
            </p:custDataLst>
          </p:nvPr>
        </p:nvSpPr>
        <p:spPr>
          <a:xfrm>
            <a:off x="5695315" y="3795395"/>
            <a:ext cx="5843905" cy="885825"/>
          </a:xfrm>
          <a:custGeom>
            <a:avLst/>
            <a:gdLst>
              <a:gd name="sw" fmla="*/ 1 w 9203"/>
              <a:gd name="sh" fmla="*/ 1 h 1395"/>
              <a:gd name="mins" fmla="min sw sh"/>
              <a:gd name="dsw" fmla="+- 0 sw mins"/>
              <a:gd name="dsh" fmla="+- 0 sh mins"/>
              <a:gd name="p0x0" fmla="*/ 120 w 9203"/>
              <a:gd name="p0y0" fmla="*/ 0 h 1395"/>
              <a:gd name="p0x1" fmla="*/ 9083 w 9203"/>
              <a:gd name="p0y1" fmla="*/ 0 h 1395"/>
              <a:gd name="p0x2" fmla="*/ 9149 w 9203"/>
              <a:gd name="p0y2" fmla="*/ 0 h 1395"/>
              <a:gd name="p0x3" fmla="*/ 9203 w 9203"/>
              <a:gd name="p0y3" fmla="*/ 53 h 1395"/>
              <a:gd name="p0x4" fmla="*/ 9203 w 9203"/>
              <a:gd name="p0y4" fmla="*/ 120 h 1395"/>
              <a:gd name="p0x5" fmla="*/ 9203 w 9203"/>
              <a:gd name="p0y5" fmla="*/ 1275 h 1395"/>
              <a:gd name="p0x6" fmla="*/ 9203 w 9203"/>
              <a:gd name="p0y6" fmla="*/ 1341 h 1395"/>
              <a:gd name="p0x7" fmla="*/ 9149 w 9203"/>
              <a:gd name="p0y7" fmla="*/ 1395 h 1395"/>
              <a:gd name="p0x8" fmla="*/ 9083 w 9203"/>
              <a:gd name="p0y8" fmla="*/ 1395 h 1395"/>
              <a:gd name="p0x9" fmla="*/ 120 w 9203"/>
              <a:gd name="p0y9" fmla="*/ 1395 h 1395"/>
              <a:gd name="p0x10" fmla="*/ 53 w 9203"/>
              <a:gd name="p0y10" fmla="*/ 1395 h 1395"/>
              <a:gd name="p0x11" fmla="*/ 0 w 9203"/>
              <a:gd name="p0y11" fmla="*/ 1341 h 1395"/>
              <a:gd name="p0x12" fmla="*/ 0 w 9203"/>
              <a:gd name="p0y12" fmla="*/ 1275 h 1395"/>
              <a:gd name="p0x13" fmla="*/ 0 w 9203"/>
              <a:gd name="p0y13" fmla="*/ 120 h 1395"/>
              <a:gd name="p0x14" fmla="*/ 0 w 9203"/>
              <a:gd name="p0y14" fmla="*/ 53 h 1395"/>
              <a:gd name="p0x15" fmla="*/ 53 w 9203"/>
              <a:gd name="p0y15" fmla="*/ 0 h 1395"/>
              <a:gd name="p0x16" fmla="*/ 120 w 9203"/>
              <a:gd name="p0y16" fmla="*/ 0 h 1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>
            <p:custDataLst>
              <p:tags r:id="rId26"/>
            </p:custDataLst>
          </p:nvPr>
        </p:nvSpPr>
        <p:spPr>
          <a:xfrm>
            <a:off x="5814422" y="3993356"/>
            <a:ext cx="560598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纪念册与沉默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5814422" y="4283869"/>
            <a:ext cx="41149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班长送上写满祝福的纪念册，教官翻开第一页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沉默了很久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28"/>
            </p:custDataLst>
          </p:nvPr>
        </p:nvSpPr>
        <p:spPr>
          <a:xfrm>
            <a:off x="5695315" y="4690745"/>
            <a:ext cx="5843905" cy="885825"/>
          </a:xfrm>
          <a:custGeom>
            <a:avLst/>
            <a:gdLst>
              <a:gd name="sw" fmla="*/ 1 w 9203"/>
              <a:gd name="sh" fmla="*/ 1 h 1395"/>
              <a:gd name="mins" fmla="min sw sh"/>
              <a:gd name="dsw" fmla="+- 0 sw mins"/>
              <a:gd name="dsh" fmla="+- 0 sh mins"/>
              <a:gd name="p0x0" fmla="*/ 120 w 9203"/>
              <a:gd name="p0y0" fmla="*/ 0 h 1395"/>
              <a:gd name="p0x1" fmla="*/ 9083 w 9203"/>
              <a:gd name="p0y1" fmla="*/ 0 h 1395"/>
              <a:gd name="p0x2" fmla="*/ 9149 w 9203"/>
              <a:gd name="p0y2" fmla="*/ 0 h 1395"/>
              <a:gd name="p0x3" fmla="*/ 9203 w 9203"/>
              <a:gd name="p0y3" fmla="*/ 53 h 1395"/>
              <a:gd name="p0x4" fmla="*/ 9203 w 9203"/>
              <a:gd name="p0y4" fmla="*/ 120 h 1395"/>
              <a:gd name="p0x5" fmla="*/ 9203 w 9203"/>
              <a:gd name="p0y5" fmla="*/ 1275 h 1395"/>
              <a:gd name="p0x6" fmla="*/ 9203 w 9203"/>
              <a:gd name="p0y6" fmla="*/ 1341 h 1395"/>
              <a:gd name="p0x7" fmla="*/ 9149 w 9203"/>
              <a:gd name="p0y7" fmla="*/ 1395 h 1395"/>
              <a:gd name="p0x8" fmla="*/ 9083 w 9203"/>
              <a:gd name="p0y8" fmla="*/ 1395 h 1395"/>
              <a:gd name="p0x9" fmla="*/ 120 w 9203"/>
              <a:gd name="p0y9" fmla="*/ 1395 h 1395"/>
              <a:gd name="p0x10" fmla="*/ 53 w 9203"/>
              <a:gd name="p0y10" fmla="*/ 1395 h 1395"/>
              <a:gd name="p0x11" fmla="*/ 0 w 9203"/>
              <a:gd name="p0y11" fmla="*/ 1341 h 1395"/>
              <a:gd name="p0x12" fmla="*/ 0 w 9203"/>
              <a:gd name="p0y12" fmla="*/ 1275 h 1395"/>
              <a:gd name="p0x13" fmla="*/ 0 w 9203"/>
              <a:gd name="p0y13" fmla="*/ 120 h 1395"/>
              <a:gd name="p0x14" fmla="*/ 0 w 9203"/>
              <a:gd name="p0y14" fmla="*/ 53 h 1395"/>
              <a:gd name="p0x15" fmla="*/ 53 w 9203"/>
              <a:gd name="p0y15" fmla="*/ 0 h 1395"/>
              <a:gd name="p0x16" fmla="*/ 120 w 9203"/>
              <a:gd name="p0y16" fmla="*/ 0 h 1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>
            <p:custDataLst>
              <p:tags r:id="rId29"/>
            </p:custDataLst>
          </p:nvPr>
        </p:nvSpPr>
        <p:spPr>
          <a:xfrm>
            <a:off x="5814422" y="4888706"/>
            <a:ext cx="560598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车窗前的敬礼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30"/>
            </p:custDataLst>
          </p:nvPr>
        </p:nvSpPr>
        <p:spPr>
          <a:xfrm>
            <a:off x="5814422" y="5179219"/>
            <a:ext cx="28957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登上大巴前，教官对着车窗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一个一个敬礼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4" name="任意多边形 33"/>
          <p:cNvSpPr/>
          <p:nvPr>
            <p:custDataLst>
              <p:tags r:id="rId31"/>
            </p:custDataLst>
          </p:nvPr>
        </p:nvSpPr>
        <p:spPr>
          <a:xfrm>
            <a:off x="5695315" y="5586095"/>
            <a:ext cx="5843905" cy="885825"/>
          </a:xfrm>
          <a:custGeom>
            <a:avLst/>
            <a:gdLst>
              <a:gd name="sw" fmla="*/ 1 w 9203"/>
              <a:gd name="sh" fmla="*/ 1 h 1395"/>
              <a:gd name="mins" fmla="min sw sh"/>
              <a:gd name="dsw" fmla="+- 0 sw mins"/>
              <a:gd name="dsh" fmla="+- 0 sh mins"/>
              <a:gd name="p0x0" fmla="*/ 120 w 9203"/>
              <a:gd name="p0y0" fmla="*/ 0 h 1395"/>
              <a:gd name="p0x1" fmla="*/ 9083 w 9203"/>
              <a:gd name="p0y1" fmla="*/ 0 h 1395"/>
              <a:gd name="p0x2" fmla="*/ 9149 w 9203"/>
              <a:gd name="p0y2" fmla="*/ 0 h 1395"/>
              <a:gd name="p0x3" fmla="*/ 9203 w 9203"/>
              <a:gd name="p0y3" fmla="*/ 53 h 1395"/>
              <a:gd name="p0x4" fmla="*/ 9203 w 9203"/>
              <a:gd name="p0y4" fmla="*/ 120 h 1395"/>
              <a:gd name="p0x5" fmla="*/ 9203 w 9203"/>
              <a:gd name="p0y5" fmla="*/ 1275 h 1395"/>
              <a:gd name="p0x6" fmla="*/ 9203 w 9203"/>
              <a:gd name="p0y6" fmla="*/ 1341 h 1395"/>
              <a:gd name="p0x7" fmla="*/ 9149 w 9203"/>
              <a:gd name="p0y7" fmla="*/ 1395 h 1395"/>
              <a:gd name="p0x8" fmla="*/ 9083 w 9203"/>
              <a:gd name="p0y8" fmla="*/ 1395 h 1395"/>
              <a:gd name="p0x9" fmla="*/ 120 w 9203"/>
              <a:gd name="p0y9" fmla="*/ 1395 h 1395"/>
              <a:gd name="p0x10" fmla="*/ 53 w 9203"/>
              <a:gd name="p0y10" fmla="*/ 1395 h 1395"/>
              <a:gd name="p0x11" fmla="*/ 0 w 9203"/>
              <a:gd name="p0y11" fmla="*/ 1341 h 1395"/>
              <a:gd name="p0x12" fmla="*/ 0 w 9203"/>
              <a:gd name="p0y12" fmla="*/ 1275 h 1395"/>
              <a:gd name="p0x13" fmla="*/ 0 w 9203"/>
              <a:gd name="p0y13" fmla="*/ 120 h 1395"/>
              <a:gd name="p0x14" fmla="*/ 0 w 9203"/>
              <a:gd name="p0y14" fmla="*/ 53 h 1395"/>
              <a:gd name="p0x15" fmla="*/ 53 w 9203"/>
              <a:gd name="p0y15" fmla="*/ 0 h 1395"/>
              <a:gd name="p0x16" fmla="*/ 120 w 9203"/>
              <a:gd name="p0y16" fmla="*/ 0 h 139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5814422" y="5784056"/>
            <a:ext cx="5605986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 b="1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后视镜里的背影</a:t>
            </a:r>
            <a:endParaRPr sz="1500" b="1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33"/>
            </p:custDataLst>
          </p:nvPr>
        </p:nvSpPr>
        <p:spPr>
          <a:xfrm>
            <a:off x="5814422" y="6074569"/>
            <a:ext cx="3810153" cy="20002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2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大巴启动，挺拔的身影越来越小，却</a:t>
            </a:r>
            <a:r>
              <a:rPr sz="12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一直留在记忆里</a:t>
            </a:r>
            <a:endParaRPr sz="1200" b="1">
              <a:solidFill>
                <a:srgbClr val="4A7B3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军训带给我的改变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939165"/>
          </a:xfrm>
          <a:custGeom>
            <a:avLst/>
            <a:gdLst>
              <a:gd name="sw" fmla="*/ 1 w 17400"/>
              <a:gd name="sh" fmla="*/ 1 h 1479"/>
              <a:gd name="mins" fmla="min sw sh"/>
              <a:gd name="dsw" fmla="+- 0 sw mins"/>
              <a:gd name="dsh" fmla="+- 0 sh mins"/>
              <a:gd name="p0x0" fmla="*/ 120 w 17400"/>
              <a:gd name="p0y0" fmla="*/ 0 h 1479"/>
              <a:gd name="p0x1" fmla="*/ 17280 w 17400"/>
              <a:gd name="p0y1" fmla="*/ 0 h 1479"/>
              <a:gd name="p0x2" fmla="*/ 17346 w 17400"/>
              <a:gd name="p0y2" fmla="*/ 0 h 1479"/>
              <a:gd name="p0x3" fmla="*/ 17400 w 17400"/>
              <a:gd name="p0y3" fmla="*/ 53 h 1479"/>
              <a:gd name="p0x4" fmla="*/ 17400 w 17400"/>
              <a:gd name="p0y4" fmla="*/ 120 h 1479"/>
              <a:gd name="p0x5" fmla="*/ 17400 w 17400"/>
              <a:gd name="p0y5" fmla="*/ 1359 h 1479"/>
              <a:gd name="p0x6" fmla="*/ 17400 w 17400"/>
              <a:gd name="p0y6" fmla="*/ 1425 h 1479"/>
              <a:gd name="p0x7" fmla="*/ 17346 w 17400"/>
              <a:gd name="p0y7" fmla="*/ 1479 h 1479"/>
              <a:gd name="p0x8" fmla="*/ 17280 w 17400"/>
              <a:gd name="p0y8" fmla="*/ 1479 h 1479"/>
              <a:gd name="p0x9" fmla="*/ 120 w 17400"/>
              <a:gd name="p0y9" fmla="*/ 1479 h 1479"/>
              <a:gd name="p0x10" fmla="*/ 53 w 17400"/>
              <a:gd name="p0y10" fmla="*/ 1479 h 1479"/>
              <a:gd name="p0x11" fmla="*/ 0 w 17400"/>
              <a:gd name="p0y11" fmla="*/ 1425 h 1479"/>
              <a:gd name="p0x12" fmla="*/ 0 w 17400"/>
              <a:gd name="p0y12" fmla="*/ 1359 h 1479"/>
              <a:gd name="p0x13" fmla="*/ 0 w 17400"/>
              <a:gd name="p0y13" fmla="*/ 120 h 1479"/>
              <a:gd name="p0x14" fmla="*/ 0 w 17400"/>
              <a:gd name="p0y14" fmla="*/ 53 h 1479"/>
              <a:gd name="p0x15" fmla="*/ 53 w 17400"/>
              <a:gd name="p0y15" fmla="*/ 0 h 1479"/>
              <a:gd name="p0x16" fmla="*/ 120 w 17400"/>
              <a:gd name="p0y16" fmla="*/ 0 h 14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416558"/>
            <a:ext cx="5715152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军训像一面镜子，照出了自己从未见过的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坚韧与担当</a:t>
            </a:r>
            <a:endParaRPr b="1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77745"/>
            <a:ext cx="5400675" cy="4194175"/>
          </a:xfrm>
          <a:custGeom>
            <a:avLst/>
            <a:gdLst>
              <a:gd name="sw" fmla="*/ 1 w 8505"/>
              <a:gd name="sh" fmla="*/ 1 h 6605"/>
              <a:gd name="mins" fmla="min sw sh"/>
              <a:gd name="dsw" fmla="+- 0 sw mins"/>
              <a:gd name="dsh" fmla="+- 0 sh mins"/>
              <a:gd name="p0x0" fmla="*/ 120 w 8505"/>
              <a:gd name="p0y0" fmla="*/ 0 h 6605"/>
              <a:gd name="p0x1" fmla="*/ 8385 w 8505"/>
              <a:gd name="p0y1" fmla="*/ 0 h 6605"/>
              <a:gd name="p0x2" fmla="*/ 8451 w 8505"/>
              <a:gd name="p0y2" fmla="*/ 0 h 6605"/>
              <a:gd name="p0x3" fmla="*/ 8505 w 8505"/>
              <a:gd name="p0y3" fmla="*/ 53 h 6605"/>
              <a:gd name="p0x4" fmla="*/ 8505 w 8505"/>
              <a:gd name="p0y4" fmla="*/ 120 h 6605"/>
              <a:gd name="p0x5" fmla="*/ 8505 w 8505"/>
              <a:gd name="p0y5" fmla="*/ 6485 h 6605"/>
              <a:gd name="p0x6" fmla="*/ 8505 w 8505"/>
              <a:gd name="p0y6" fmla="*/ 6551 h 6605"/>
              <a:gd name="p0x7" fmla="*/ 8451 w 8505"/>
              <a:gd name="p0y7" fmla="*/ 6605 h 6605"/>
              <a:gd name="p0x8" fmla="*/ 8385 w 8505"/>
              <a:gd name="p0y8" fmla="*/ 6605 h 6605"/>
              <a:gd name="p0x9" fmla="*/ 120 w 8505"/>
              <a:gd name="p0y9" fmla="*/ 6605 h 6605"/>
              <a:gd name="p0x10" fmla="*/ 53 w 8505"/>
              <a:gd name="p0y10" fmla="*/ 6605 h 6605"/>
              <a:gd name="p0x11" fmla="*/ 0 w 8505"/>
              <a:gd name="p0y11" fmla="*/ 6551 h 6605"/>
              <a:gd name="p0x12" fmla="*/ 0 w 8505"/>
              <a:gd name="p0y12" fmla="*/ 6485 h 6605"/>
              <a:gd name="p0x13" fmla="*/ 0 w 8505"/>
              <a:gd name="p0y13" fmla="*/ 120 h 6605"/>
              <a:gd name="p0x14" fmla="*/ 0 w 8505"/>
              <a:gd name="p0y14" fmla="*/ 53 h 6605"/>
              <a:gd name="p0x15" fmla="*/ 53 w 8505"/>
              <a:gd name="p0y15" fmla="*/ 0 h 6605"/>
              <a:gd name="p0x16" fmla="*/ 120 w 850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5"/>
            </p:custDataLst>
          </p:nvPr>
        </p:nvSpPr>
        <p:spPr>
          <a:xfrm>
            <a:off x="771525" y="2456888"/>
            <a:ext cx="50101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以前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6"/>
            </p:custDataLst>
          </p:nvPr>
        </p:nvSpPr>
        <p:spPr>
          <a:xfrm>
            <a:off x="771525" y="33172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0" name="图片 9" descr="70c6dd08-9871-11f1-aacc-d63ee6a2292f"/>
          <p:cNvPicPr/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t="-210" b="210"/>
          <a:stretch>
            <a:fillRect/>
          </a:stretch>
        </p:blipFill>
        <p:spPr>
          <a:xfrm>
            <a:off x="838200" y="3383915"/>
            <a:ext cx="209550" cy="20955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1228725" y="3303394"/>
            <a:ext cx="171301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坚持</a:t>
            </a:r>
            <a:r>
              <a:rPr lang="en-US" altLang="zh-CN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是抽象的词</a:t>
            </a:r>
            <a:endParaRPr lang="zh-CN" altLang="en-US"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1"/>
            </p:custDataLst>
          </p:nvPr>
        </p:nvSpPr>
        <p:spPr>
          <a:xfrm>
            <a:off x="771525" y="40570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70c6dd47-9871-11f1-aacc-d63ee6a2292f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 t="-234" b="234"/>
          <a:stretch>
            <a:fillRect/>
          </a:stretch>
        </p:blipFill>
        <p:spPr>
          <a:xfrm>
            <a:off x="838200" y="4123690"/>
            <a:ext cx="209550" cy="20955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5"/>
            </p:custDataLst>
          </p:nvPr>
        </p:nvSpPr>
        <p:spPr>
          <a:xfrm>
            <a:off x="1228725" y="4043219"/>
            <a:ext cx="1713014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集体</a:t>
            </a:r>
            <a:r>
              <a:rPr lang="en-US" altLang="zh-CN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"</a:t>
            </a:r>
            <a:r>
              <a:rPr lang="zh-CN" altLang="en-US"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  <a:cs typeface="汉仪正圆-45W" panose="00020600040101010101" charset="-122"/>
              </a:rPr>
              <a:t>是一个口号</a:t>
            </a:r>
            <a:endParaRPr lang="zh-CN" altLang="en-US"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  <a:cs typeface="汉仪正圆-45W" panose="0002060004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6"/>
            </p:custDataLst>
          </p:nvPr>
        </p:nvSpPr>
        <p:spPr>
          <a:xfrm>
            <a:off x="771525" y="47967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8" name="图片 17" descr="70c6de5c-9871-11f1-aacc-d63ee6a2292f"/>
          <p:cNvPicPr/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 t="-259" b="259"/>
          <a:stretch>
            <a:fillRect/>
          </a:stretch>
        </p:blipFill>
        <p:spPr>
          <a:xfrm>
            <a:off x="838200" y="4863465"/>
            <a:ext cx="209550" cy="209550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0"/>
            </p:custDataLst>
          </p:nvPr>
        </p:nvSpPr>
        <p:spPr>
          <a:xfrm>
            <a:off x="1228725" y="4783045"/>
            <a:ext cx="193930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习惯一个人解决问题</a:t>
            </a:r>
            <a:endParaRPr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21"/>
            </p:custDataLst>
          </p:nvPr>
        </p:nvSpPr>
        <p:spPr>
          <a:xfrm>
            <a:off x="771525" y="55365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2" name="图片 21" descr="70c6dfb7-9871-11f1-aacc-d63ee6a2292f"/>
          <p:cNvPicPr/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rcRect t="-283" b="283"/>
          <a:stretch>
            <a:fillRect/>
          </a:stretch>
        </p:blipFill>
        <p:spPr>
          <a:xfrm>
            <a:off x="838200" y="5603240"/>
            <a:ext cx="209550" cy="209550"/>
          </a:xfrm>
          <a:prstGeom prst="rect">
            <a:avLst/>
          </a:prstGeom>
        </p:spPr>
      </p:pic>
      <p:sp>
        <p:nvSpPr>
          <p:cNvPr id="24" name="文本框 23"/>
          <p:cNvSpPr txBox="1"/>
          <p:nvPr>
            <p:custDataLst>
              <p:tags r:id="rId25"/>
            </p:custDataLst>
          </p:nvPr>
        </p:nvSpPr>
        <p:spPr>
          <a:xfrm>
            <a:off x="1228725" y="5522871"/>
            <a:ext cx="155071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觉得服从是软弱</a:t>
            </a:r>
            <a:endParaRPr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5" name="任意多边形 24"/>
          <p:cNvSpPr/>
          <p:nvPr>
            <p:custDataLst>
              <p:tags r:id="rId26"/>
            </p:custDataLst>
          </p:nvPr>
        </p:nvSpPr>
        <p:spPr>
          <a:xfrm>
            <a:off x="6214745" y="2277745"/>
            <a:ext cx="5400675" cy="4194175"/>
          </a:xfrm>
          <a:custGeom>
            <a:avLst/>
            <a:gdLst>
              <a:gd name="sw" fmla="*/ 1 w 8505"/>
              <a:gd name="sh" fmla="*/ 1 h 6605"/>
              <a:gd name="mins" fmla="min sw sh"/>
              <a:gd name="dsw" fmla="+- 0 sw mins"/>
              <a:gd name="dsh" fmla="+- 0 sh mins"/>
              <a:gd name="p0x0" fmla="*/ 120 w 8505"/>
              <a:gd name="p0y0" fmla="*/ 0 h 6605"/>
              <a:gd name="p0x1" fmla="*/ 8385 w 8505"/>
              <a:gd name="p0y1" fmla="*/ 0 h 6605"/>
              <a:gd name="p0x2" fmla="*/ 8451 w 8505"/>
              <a:gd name="p0y2" fmla="*/ 0 h 6605"/>
              <a:gd name="p0x3" fmla="*/ 8505 w 8505"/>
              <a:gd name="p0y3" fmla="*/ 53 h 6605"/>
              <a:gd name="p0x4" fmla="*/ 8505 w 8505"/>
              <a:gd name="p0y4" fmla="*/ 120 h 6605"/>
              <a:gd name="p0x5" fmla="*/ 8505 w 8505"/>
              <a:gd name="p0y5" fmla="*/ 6485 h 6605"/>
              <a:gd name="p0x6" fmla="*/ 8505 w 8505"/>
              <a:gd name="p0y6" fmla="*/ 6551 h 6605"/>
              <a:gd name="p0x7" fmla="*/ 8451 w 8505"/>
              <a:gd name="p0y7" fmla="*/ 6605 h 6605"/>
              <a:gd name="p0x8" fmla="*/ 8385 w 8505"/>
              <a:gd name="p0y8" fmla="*/ 6605 h 6605"/>
              <a:gd name="p0x9" fmla="*/ 120 w 8505"/>
              <a:gd name="p0y9" fmla="*/ 6605 h 6605"/>
              <a:gd name="p0x10" fmla="*/ 53 w 8505"/>
              <a:gd name="p0y10" fmla="*/ 6605 h 6605"/>
              <a:gd name="p0x11" fmla="*/ 0 w 8505"/>
              <a:gd name="p0y11" fmla="*/ 6551 h 6605"/>
              <a:gd name="p0x12" fmla="*/ 0 w 8505"/>
              <a:gd name="p0y12" fmla="*/ 6485 h 6605"/>
              <a:gd name="p0x13" fmla="*/ 0 w 8505"/>
              <a:gd name="p0y13" fmla="*/ 120 h 6605"/>
              <a:gd name="p0x14" fmla="*/ 0 w 8505"/>
              <a:gd name="p0y14" fmla="*/ 53 h 6605"/>
              <a:gd name="p0x15" fmla="*/ 53 w 8505"/>
              <a:gd name="p0y15" fmla="*/ 0 h 6605"/>
              <a:gd name="p0x16" fmla="*/ 120 w 850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6410325" y="2456888"/>
            <a:ext cx="501015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现在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28"/>
            </p:custDataLst>
          </p:nvPr>
        </p:nvSpPr>
        <p:spPr>
          <a:xfrm>
            <a:off x="6410325" y="331724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8" name="图片 27" descr="70c6dfaf-9871-11f1-aacc-d63ee6a2292f"/>
          <p:cNvPicPr/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t="-210" b="210"/>
          <a:stretch>
            <a:fillRect/>
          </a:stretch>
        </p:blipFill>
        <p:spPr>
          <a:xfrm>
            <a:off x="6477000" y="3383915"/>
            <a:ext cx="209550" cy="209550"/>
          </a:xfrm>
          <a:prstGeom prst="rect">
            <a:avLst/>
          </a:prstGeom>
        </p:spPr>
      </p:pic>
      <p:sp>
        <p:nvSpPr>
          <p:cNvPr id="30" name="文本框 29"/>
          <p:cNvSpPr txBox="1"/>
          <p:nvPr>
            <p:custDataLst>
              <p:tags r:id="rId32"/>
            </p:custDataLst>
          </p:nvPr>
        </p:nvSpPr>
        <p:spPr>
          <a:xfrm>
            <a:off x="6867525" y="3303394"/>
            <a:ext cx="2716559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坚持就是站军姿时再撑一分钟</a:t>
            </a:r>
            <a:endParaRPr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33"/>
            </p:custDataLst>
          </p:nvPr>
        </p:nvSpPr>
        <p:spPr>
          <a:xfrm>
            <a:off x="6410325" y="40570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2" name="图片 31" descr="70c6e020-9871-11f1-aacc-d63ee6a2292f"/>
          <p:cNvPicPr/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t="-234" b="234"/>
          <a:stretch>
            <a:fillRect/>
          </a:stretch>
        </p:blipFill>
        <p:spPr>
          <a:xfrm>
            <a:off x="6477000" y="4123690"/>
            <a:ext cx="209550" cy="20955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37"/>
            </p:custDataLst>
          </p:nvPr>
        </p:nvSpPr>
        <p:spPr>
          <a:xfrm>
            <a:off x="6867525" y="4043219"/>
            <a:ext cx="3105226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集体是被罚跑时身边同步的喘息声</a:t>
            </a:r>
            <a:endParaRPr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38"/>
            </p:custDataLst>
          </p:nvPr>
        </p:nvSpPr>
        <p:spPr>
          <a:xfrm>
            <a:off x="6410325" y="4796790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6" name="图片 35" descr="70c6e093-9871-11f1-aacc-d63ee6a2292f"/>
          <p:cNvPicPr/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t="-259" b="259"/>
          <a:stretch>
            <a:fillRect/>
          </a:stretch>
        </p:blipFill>
        <p:spPr>
          <a:xfrm>
            <a:off x="6477000" y="4863465"/>
            <a:ext cx="209550" cy="20955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42"/>
            </p:custDataLst>
          </p:nvPr>
        </p:nvSpPr>
        <p:spPr>
          <a:xfrm>
            <a:off x="6867525" y="4783045"/>
            <a:ext cx="368818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学会了主动求助，也学会了主动帮助别人</a:t>
            </a:r>
            <a:endParaRPr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43"/>
            </p:custDataLst>
          </p:nvPr>
        </p:nvSpPr>
        <p:spPr>
          <a:xfrm>
            <a:off x="6410325" y="553656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0" name="图片 39" descr="70c6e0da-9871-11f1-aacc-d63ee6a2292f"/>
          <p:cNvPicPr/>
          <p:nvPr>
            <p:custDataLst>
              <p:tags r:id="rId44"/>
            </p:custDataLst>
          </p:nvPr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 t="-283" b="283"/>
          <a:stretch>
            <a:fillRect/>
          </a:stretch>
        </p:blipFill>
        <p:spPr>
          <a:xfrm>
            <a:off x="6477000" y="5603240"/>
            <a:ext cx="209550" cy="209550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47"/>
            </p:custDataLst>
          </p:nvPr>
        </p:nvSpPr>
        <p:spPr>
          <a:xfrm>
            <a:off x="6867525" y="5522871"/>
            <a:ext cx="2716568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 spc="30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服从纪律是对集体最大的尊重</a:t>
            </a:r>
            <a:endParaRPr sz="1500" b="1" spc="30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集体主义：从军训到班级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939165"/>
          </a:xfrm>
          <a:custGeom>
            <a:avLst/>
            <a:gdLst>
              <a:gd name="sw" fmla="*/ 1 w 17400"/>
              <a:gd name="sh" fmla="*/ 1 h 1479"/>
              <a:gd name="mins" fmla="min sw sh"/>
              <a:gd name="dsw" fmla="+- 0 sw mins"/>
              <a:gd name="dsh" fmla="+- 0 sh mins"/>
              <a:gd name="p0x0" fmla="*/ 120 w 17400"/>
              <a:gd name="p0y0" fmla="*/ 0 h 1479"/>
              <a:gd name="p0x1" fmla="*/ 17280 w 17400"/>
              <a:gd name="p0y1" fmla="*/ 0 h 1479"/>
              <a:gd name="p0x2" fmla="*/ 17346 w 17400"/>
              <a:gd name="p0y2" fmla="*/ 0 h 1479"/>
              <a:gd name="p0x3" fmla="*/ 17400 w 17400"/>
              <a:gd name="p0y3" fmla="*/ 53 h 1479"/>
              <a:gd name="p0x4" fmla="*/ 17400 w 17400"/>
              <a:gd name="p0y4" fmla="*/ 120 h 1479"/>
              <a:gd name="p0x5" fmla="*/ 17400 w 17400"/>
              <a:gd name="p0y5" fmla="*/ 1359 h 1479"/>
              <a:gd name="p0x6" fmla="*/ 17400 w 17400"/>
              <a:gd name="p0y6" fmla="*/ 1425 h 1479"/>
              <a:gd name="p0x7" fmla="*/ 17346 w 17400"/>
              <a:gd name="p0y7" fmla="*/ 1479 h 1479"/>
              <a:gd name="p0x8" fmla="*/ 17280 w 17400"/>
              <a:gd name="p0y8" fmla="*/ 1479 h 1479"/>
              <a:gd name="p0x9" fmla="*/ 120 w 17400"/>
              <a:gd name="p0y9" fmla="*/ 1479 h 1479"/>
              <a:gd name="p0x10" fmla="*/ 53 w 17400"/>
              <a:gd name="p0y10" fmla="*/ 1479 h 1479"/>
              <a:gd name="p0x11" fmla="*/ 0 w 17400"/>
              <a:gd name="p0y11" fmla="*/ 1425 h 1479"/>
              <a:gd name="p0x12" fmla="*/ 0 w 17400"/>
              <a:gd name="p0y12" fmla="*/ 1359 h 1479"/>
              <a:gd name="p0x13" fmla="*/ 0 w 17400"/>
              <a:gd name="p0y13" fmla="*/ 120 h 1479"/>
              <a:gd name="p0x14" fmla="*/ 0 w 17400"/>
              <a:gd name="p0y14" fmla="*/ 53 h 1479"/>
              <a:gd name="p0x15" fmla="*/ 53 w 17400"/>
              <a:gd name="p0y15" fmla="*/ 0 h 1479"/>
              <a:gd name="p0x16" fmla="*/ 120 w 17400"/>
              <a:gd name="p0y16" fmla="*/ 0 h 147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416558"/>
            <a:ext cx="7544029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班级就是一个</a:t>
            </a:r>
            <a:r>
              <a:rPr b="1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不穿迷彩的连队</a:t>
            </a:r>
            <a:r>
              <a:rPr>
                <a:solidFill>
                  <a:srgbClr val="FFFFFF"/>
                </a:solidFill>
                <a:latin typeface="汉仪正圆-45W" panose="00020600040101010101" charset="-122"/>
                <a:ea typeface="汉仪正圆-45W" panose="00020600040101010101" charset="-122"/>
              </a:rPr>
              <a:t>，而我们已经学会了如何成为一个好队友</a:t>
            </a:r>
            <a:endParaRPr>
              <a:solidFill>
                <a:srgbClr val="FFFFFF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4"/>
            </p:custDataLst>
          </p:nvPr>
        </p:nvSpPr>
        <p:spPr>
          <a:xfrm>
            <a:off x="575945" y="2277745"/>
            <a:ext cx="2600325" cy="4194175"/>
          </a:xfrm>
          <a:custGeom>
            <a:avLst/>
            <a:gdLst>
              <a:gd name="sw" fmla="*/ 1 w 4095"/>
              <a:gd name="sh" fmla="*/ 1 h 6605"/>
              <a:gd name="mins" fmla="min sw sh"/>
              <a:gd name="dsw" fmla="+- 0 sw mins"/>
              <a:gd name="dsh" fmla="+- 0 sh mins"/>
              <a:gd name="p0x0" fmla="*/ 120 w 4095"/>
              <a:gd name="p0y0" fmla="*/ 0 h 6605"/>
              <a:gd name="p0x1" fmla="*/ 3975 w 4095"/>
              <a:gd name="p0y1" fmla="*/ 0 h 6605"/>
              <a:gd name="p0x2" fmla="*/ 4041 w 4095"/>
              <a:gd name="p0y2" fmla="*/ 0 h 6605"/>
              <a:gd name="p0x3" fmla="*/ 4095 w 4095"/>
              <a:gd name="p0y3" fmla="*/ 53 h 6605"/>
              <a:gd name="p0x4" fmla="*/ 4095 w 4095"/>
              <a:gd name="p0y4" fmla="*/ 120 h 6605"/>
              <a:gd name="p0x5" fmla="*/ 4095 w 4095"/>
              <a:gd name="p0y5" fmla="*/ 6485 h 6605"/>
              <a:gd name="p0x6" fmla="*/ 4095 w 4095"/>
              <a:gd name="p0y6" fmla="*/ 6551 h 6605"/>
              <a:gd name="p0x7" fmla="*/ 4041 w 4095"/>
              <a:gd name="p0y7" fmla="*/ 6605 h 6605"/>
              <a:gd name="p0x8" fmla="*/ 3975 w 4095"/>
              <a:gd name="p0y8" fmla="*/ 6605 h 6605"/>
              <a:gd name="p0x9" fmla="*/ 120 w 4095"/>
              <a:gd name="p0y9" fmla="*/ 6605 h 6605"/>
              <a:gd name="p0x10" fmla="*/ 53 w 4095"/>
              <a:gd name="p0y10" fmla="*/ 6605 h 6605"/>
              <a:gd name="p0x11" fmla="*/ 0 w 4095"/>
              <a:gd name="p0y11" fmla="*/ 6551 h 6605"/>
              <a:gd name="p0x12" fmla="*/ 0 w 4095"/>
              <a:gd name="p0y12" fmla="*/ 6485 h 6605"/>
              <a:gd name="p0x13" fmla="*/ 0 w 4095"/>
              <a:gd name="p0y13" fmla="*/ 120 h 6605"/>
              <a:gd name="p0x14" fmla="*/ 0 w 4095"/>
              <a:gd name="p0y14" fmla="*/ 53 h 6605"/>
              <a:gd name="p0x15" fmla="*/ 53 w 4095"/>
              <a:gd name="p0y15" fmla="*/ 0 h 6605"/>
              <a:gd name="p0x16" fmla="*/ 120 w 409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任意多边形 7"/>
          <p:cNvSpPr/>
          <p:nvPr>
            <p:custDataLst>
              <p:tags r:id="rId5"/>
            </p:custDataLst>
          </p:nvPr>
        </p:nvSpPr>
        <p:spPr>
          <a:xfrm>
            <a:off x="771525" y="36887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l="-2949" t="-9123" r="-2949" b="-9123"/>
          <a:stretch>
            <a:fillRect/>
          </a:stretch>
        </p:blipFill>
        <p:spPr>
          <a:xfrm>
            <a:off x="811530" y="3750945"/>
            <a:ext cx="262255" cy="21399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190625" y="3677803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新的连队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71525" y="4132145"/>
            <a:ext cx="22098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教官说：军训结束，但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集体没有结束</a:t>
            </a: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，班级就是你们新的连队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3376295" y="2277745"/>
            <a:ext cx="2600325" cy="4194175"/>
          </a:xfrm>
          <a:custGeom>
            <a:avLst/>
            <a:gdLst>
              <a:gd name="sw" fmla="*/ 1 w 4095"/>
              <a:gd name="sh" fmla="*/ 1 h 6605"/>
              <a:gd name="mins" fmla="min sw sh"/>
              <a:gd name="dsw" fmla="+- 0 sw mins"/>
              <a:gd name="dsh" fmla="+- 0 sh mins"/>
              <a:gd name="p0x0" fmla="*/ 120 w 4095"/>
              <a:gd name="p0y0" fmla="*/ 0 h 6605"/>
              <a:gd name="p0x1" fmla="*/ 3975 w 4095"/>
              <a:gd name="p0y1" fmla="*/ 0 h 6605"/>
              <a:gd name="p0x2" fmla="*/ 4041 w 4095"/>
              <a:gd name="p0y2" fmla="*/ 0 h 6605"/>
              <a:gd name="p0x3" fmla="*/ 4095 w 4095"/>
              <a:gd name="p0y3" fmla="*/ 53 h 6605"/>
              <a:gd name="p0x4" fmla="*/ 4095 w 4095"/>
              <a:gd name="p0y4" fmla="*/ 120 h 6605"/>
              <a:gd name="p0x5" fmla="*/ 4095 w 4095"/>
              <a:gd name="p0y5" fmla="*/ 6485 h 6605"/>
              <a:gd name="p0x6" fmla="*/ 4095 w 4095"/>
              <a:gd name="p0y6" fmla="*/ 6551 h 6605"/>
              <a:gd name="p0x7" fmla="*/ 4041 w 4095"/>
              <a:gd name="p0y7" fmla="*/ 6605 h 6605"/>
              <a:gd name="p0x8" fmla="*/ 3975 w 4095"/>
              <a:gd name="p0y8" fmla="*/ 6605 h 6605"/>
              <a:gd name="p0x9" fmla="*/ 120 w 4095"/>
              <a:gd name="p0y9" fmla="*/ 6605 h 6605"/>
              <a:gd name="p0x10" fmla="*/ 53 w 4095"/>
              <a:gd name="p0y10" fmla="*/ 6605 h 6605"/>
              <a:gd name="p0x11" fmla="*/ 0 w 4095"/>
              <a:gd name="p0y11" fmla="*/ 6551 h 6605"/>
              <a:gd name="p0x12" fmla="*/ 0 w 4095"/>
              <a:gd name="p0y12" fmla="*/ 6485 h 6605"/>
              <a:gd name="p0x13" fmla="*/ 0 w 4095"/>
              <a:gd name="p0y13" fmla="*/ 120 h 6605"/>
              <a:gd name="p0x14" fmla="*/ 0 w 4095"/>
              <a:gd name="p0y14" fmla="*/ 53 h 6605"/>
              <a:gd name="p0x15" fmla="*/ 53 w 4095"/>
              <a:gd name="p0y15" fmla="*/ 0 h 6605"/>
              <a:gd name="p0x16" fmla="*/ 120 w 409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3571875" y="36887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-2083" t="-12407" r="-2083" b="-12407"/>
          <a:stretch>
            <a:fillRect/>
          </a:stretch>
        </p:blipFill>
        <p:spPr>
          <a:xfrm>
            <a:off x="3623945" y="3750945"/>
            <a:ext cx="238125" cy="213995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6"/>
            </p:custDataLst>
          </p:nvPr>
        </p:nvSpPr>
        <p:spPr>
          <a:xfrm>
            <a:off x="3990975" y="3677803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互相配合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7"/>
            </p:custDataLst>
          </p:nvPr>
        </p:nvSpPr>
        <p:spPr>
          <a:xfrm>
            <a:off x="3571875" y="4132145"/>
            <a:ext cx="22098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军训中学会的协作，将在课堂讨论、小组作业中继续发挥作用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任意多边形 16"/>
          <p:cNvSpPr/>
          <p:nvPr>
            <p:custDataLst>
              <p:tags r:id="rId18"/>
            </p:custDataLst>
          </p:nvPr>
        </p:nvSpPr>
        <p:spPr>
          <a:xfrm>
            <a:off x="6214745" y="2277745"/>
            <a:ext cx="2600325" cy="4194175"/>
          </a:xfrm>
          <a:custGeom>
            <a:avLst/>
            <a:gdLst>
              <a:gd name="sw" fmla="*/ 1 w 4095"/>
              <a:gd name="sh" fmla="*/ 1 h 6605"/>
              <a:gd name="mins" fmla="min sw sh"/>
              <a:gd name="dsw" fmla="+- 0 sw mins"/>
              <a:gd name="dsh" fmla="+- 0 sh mins"/>
              <a:gd name="p0x0" fmla="*/ 120 w 4095"/>
              <a:gd name="p0y0" fmla="*/ 0 h 6605"/>
              <a:gd name="p0x1" fmla="*/ 3975 w 4095"/>
              <a:gd name="p0y1" fmla="*/ 0 h 6605"/>
              <a:gd name="p0x2" fmla="*/ 4041 w 4095"/>
              <a:gd name="p0y2" fmla="*/ 0 h 6605"/>
              <a:gd name="p0x3" fmla="*/ 4095 w 4095"/>
              <a:gd name="p0y3" fmla="*/ 53 h 6605"/>
              <a:gd name="p0x4" fmla="*/ 4095 w 4095"/>
              <a:gd name="p0y4" fmla="*/ 120 h 6605"/>
              <a:gd name="p0x5" fmla="*/ 4095 w 4095"/>
              <a:gd name="p0y5" fmla="*/ 6485 h 6605"/>
              <a:gd name="p0x6" fmla="*/ 4095 w 4095"/>
              <a:gd name="p0y6" fmla="*/ 6551 h 6605"/>
              <a:gd name="p0x7" fmla="*/ 4041 w 4095"/>
              <a:gd name="p0y7" fmla="*/ 6605 h 6605"/>
              <a:gd name="p0x8" fmla="*/ 3975 w 4095"/>
              <a:gd name="p0y8" fmla="*/ 6605 h 6605"/>
              <a:gd name="p0x9" fmla="*/ 120 w 4095"/>
              <a:gd name="p0y9" fmla="*/ 6605 h 6605"/>
              <a:gd name="p0x10" fmla="*/ 53 w 4095"/>
              <a:gd name="p0y10" fmla="*/ 6605 h 6605"/>
              <a:gd name="p0x11" fmla="*/ 0 w 4095"/>
              <a:gd name="p0y11" fmla="*/ 6551 h 6605"/>
              <a:gd name="p0x12" fmla="*/ 0 w 4095"/>
              <a:gd name="p0y12" fmla="*/ 6485 h 6605"/>
              <a:gd name="p0x13" fmla="*/ 0 w 4095"/>
              <a:gd name="p0y13" fmla="*/ 120 h 6605"/>
              <a:gd name="p0x14" fmla="*/ 0 w 4095"/>
              <a:gd name="p0y14" fmla="*/ 53 h 6605"/>
              <a:gd name="p0x15" fmla="*/ 53 w 4095"/>
              <a:gd name="p0y15" fmla="*/ 0 h 6605"/>
              <a:gd name="p0x16" fmla="*/ 120 w 409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任意多边形 17"/>
          <p:cNvSpPr/>
          <p:nvPr>
            <p:custDataLst>
              <p:tags r:id="rId19"/>
            </p:custDataLst>
          </p:nvPr>
        </p:nvSpPr>
        <p:spPr>
          <a:xfrm>
            <a:off x="6410325" y="36887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9" name="图片 18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6477000" y="3750945"/>
            <a:ext cx="209550" cy="213995"/>
          </a:xfrm>
          <a:prstGeom prst="rect">
            <a:avLst/>
          </a:prstGeom>
        </p:spPr>
      </p:pic>
      <p:sp>
        <p:nvSpPr>
          <p:cNvPr id="20" name="文本框 19"/>
          <p:cNvSpPr txBox="1"/>
          <p:nvPr>
            <p:custDataLst>
              <p:tags r:id="rId23"/>
            </p:custDataLst>
          </p:nvPr>
        </p:nvSpPr>
        <p:spPr>
          <a:xfrm>
            <a:off x="6829425" y="3677803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集体荣誉感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24"/>
            </p:custDataLst>
          </p:nvPr>
        </p:nvSpPr>
        <p:spPr>
          <a:xfrm>
            <a:off x="6410325" y="4132145"/>
            <a:ext cx="22098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拉歌时的那种荣誉感，可以转化为运动会、文艺汇演中的凝聚力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25"/>
            </p:custDataLst>
          </p:nvPr>
        </p:nvSpPr>
        <p:spPr>
          <a:xfrm>
            <a:off x="9015095" y="2277745"/>
            <a:ext cx="2600325" cy="4194175"/>
          </a:xfrm>
          <a:custGeom>
            <a:avLst/>
            <a:gdLst>
              <a:gd name="sw" fmla="*/ 1 w 4095"/>
              <a:gd name="sh" fmla="*/ 1 h 6605"/>
              <a:gd name="mins" fmla="min sw sh"/>
              <a:gd name="dsw" fmla="+- 0 sw mins"/>
              <a:gd name="dsh" fmla="+- 0 sh mins"/>
              <a:gd name="p0x0" fmla="*/ 120 w 4095"/>
              <a:gd name="p0y0" fmla="*/ 0 h 6605"/>
              <a:gd name="p0x1" fmla="*/ 3975 w 4095"/>
              <a:gd name="p0y1" fmla="*/ 0 h 6605"/>
              <a:gd name="p0x2" fmla="*/ 4041 w 4095"/>
              <a:gd name="p0y2" fmla="*/ 0 h 6605"/>
              <a:gd name="p0x3" fmla="*/ 4095 w 4095"/>
              <a:gd name="p0y3" fmla="*/ 53 h 6605"/>
              <a:gd name="p0x4" fmla="*/ 4095 w 4095"/>
              <a:gd name="p0y4" fmla="*/ 120 h 6605"/>
              <a:gd name="p0x5" fmla="*/ 4095 w 4095"/>
              <a:gd name="p0y5" fmla="*/ 6485 h 6605"/>
              <a:gd name="p0x6" fmla="*/ 4095 w 4095"/>
              <a:gd name="p0y6" fmla="*/ 6551 h 6605"/>
              <a:gd name="p0x7" fmla="*/ 4041 w 4095"/>
              <a:gd name="p0y7" fmla="*/ 6605 h 6605"/>
              <a:gd name="p0x8" fmla="*/ 3975 w 4095"/>
              <a:gd name="p0y8" fmla="*/ 6605 h 6605"/>
              <a:gd name="p0x9" fmla="*/ 120 w 4095"/>
              <a:gd name="p0y9" fmla="*/ 6605 h 6605"/>
              <a:gd name="p0x10" fmla="*/ 53 w 4095"/>
              <a:gd name="p0y10" fmla="*/ 6605 h 6605"/>
              <a:gd name="p0x11" fmla="*/ 0 w 4095"/>
              <a:gd name="p0y11" fmla="*/ 6551 h 6605"/>
              <a:gd name="p0x12" fmla="*/ 0 w 4095"/>
              <a:gd name="p0y12" fmla="*/ 6485 h 6605"/>
              <a:gd name="p0x13" fmla="*/ 0 w 4095"/>
              <a:gd name="p0y13" fmla="*/ 120 h 6605"/>
              <a:gd name="p0x14" fmla="*/ 0 w 4095"/>
              <a:gd name="p0y14" fmla="*/ 53 h 6605"/>
              <a:gd name="p0x15" fmla="*/ 53 w 4095"/>
              <a:gd name="p0y15" fmla="*/ 0 h 6605"/>
              <a:gd name="p0x16" fmla="*/ 120 w 4095"/>
              <a:gd name="p0y16" fmla="*/ 0 h 660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任意多边形 22"/>
          <p:cNvSpPr/>
          <p:nvPr>
            <p:custDataLst>
              <p:tags r:id="rId26"/>
            </p:custDataLst>
          </p:nvPr>
        </p:nvSpPr>
        <p:spPr>
          <a:xfrm>
            <a:off x="9210675" y="368871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rcRect l="-6818" t="-3492" r="-6818" b="-3492"/>
          <a:stretch>
            <a:fillRect/>
          </a:stretch>
        </p:blipFill>
        <p:spPr>
          <a:xfrm>
            <a:off x="9262745" y="3750945"/>
            <a:ext cx="238125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0"/>
            </p:custDataLst>
          </p:nvPr>
        </p:nvSpPr>
        <p:spPr>
          <a:xfrm>
            <a:off x="9629775" y="3677803"/>
            <a:ext cx="162691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真正的优秀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31"/>
            </p:custDataLst>
          </p:nvPr>
        </p:nvSpPr>
        <p:spPr>
          <a:xfrm>
            <a:off x="9210675" y="4132145"/>
            <a:ext cx="2209800" cy="9382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方阵训练教会我们：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一个人的优秀</a:t>
            </a: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不是真正的优秀，一个集体的优秀才是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带着迷彩精神出发</a:t>
            </a:r>
            <a:endParaRPr sz="3000" b="1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4" name="任意多边形 3"/>
          <p:cNvSpPr/>
          <p:nvPr>
            <p:custDataLst>
              <p:tags r:id="rId2"/>
            </p:custDataLst>
          </p:nvPr>
        </p:nvSpPr>
        <p:spPr>
          <a:xfrm>
            <a:off x="571500" y="1104900"/>
            <a:ext cx="11049000" cy="730250"/>
          </a:xfrm>
          <a:custGeom>
            <a:avLst/>
            <a:gdLst>
              <a:gd name="sw" fmla="*/ 1 w 17400"/>
              <a:gd name="sh" fmla="*/ 1 h 1150"/>
              <a:gd name="mins" fmla="min sw sh"/>
              <a:gd name="dsw" fmla="+- 0 sw mins"/>
              <a:gd name="dsh" fmla="+- 0 sh mins"/>
              <a:gd name="p0x0" fmla="*/ 120 w 17400"/>
              <a:gd name="p0y0" fmla="*/ 0 h 1150"/>
              <a:gd name="p0x1" fmla="*/ 17280 w 17400"/>
              <a:gd name="p0y1" fmla="*/ 0 h 1150"/>
              <a:gd name="p0x2" fmla="*/ 17346 w 17400"/>
              <a:gd name="p0y2" fmla="*/ 0 h 1150"/>
              <a:gd name="p0x3" fmla="*/ 17400 w 17400"/>
              <a:gd name="p0y3" fmla="*/ 53 h 1150"/>
              <a:gd name="p0x4" fmla="*/ 17400 w 17400"/>
              <a:gd name="p0y4" fmla="*/ 120 h 1150"/>
              <a:gd name="p0x5" fmla="*/ 17400 w 17400"/>
              <a:gd name="p0y5" fmla="*/ 1030 h 1150"/>
              <a:gd name="p0x6" fmla="*/ 17400 w 17400"/>
              <a:gd name="p0y6" fmla="*/ 1097 h 1150"/>
              <a:gd name="p0x7" fmla="*/ 17346 w 17400"/>
              <a:gd name="p0y7" fmla="*/ 1150 h 1150"/>
              <a:gd name="p0x8" fmla="*/ 17280 w 17400"/>
              <a:gd name="p0y8" fmla="*/ 1150 h 1150"/>
              <a:gd name="p0x9" fmla="*/ 120 w 17400"/>
              <a:gd name="p0y9" fmla="*/ 1150 h 1150"/>
              <a:gd name="p0x10" fmla="*/ 53 w 17400"/>
              <a:gd name="p0y10" fmla="*/ 1150 h 1150"/>
              <a:gd name="p0x11" fmla="*/ 0 w 17400"/>
              <a:gd name="p0y11" fmla="*/ 1097 h 1150"/>
              <a:gd name="p0x12" fmla="*/ 0 w 17400"/>
              <a:gd name="p0y12" fmla="*/ 1030 h 1150"/>
              <a:gd name="p0x13" fmla="*/ 0 w 17400"/>
              <a:gd name="p0y13" fmla="*/ 120 h 1150"/>
              <a:gd name="p0x14" fmla="*/ 0 w 17400"/>
              <a:gd name="p0y14" fmla="*/ 53 h 1150"/>
              <a:gd name="p0x15" fmla="*/ 53 w 17400"/>
              <a:gd name="p0y15" fmla="*/ 0 h 1150"/>
              <a:gd name="p0x16" fmla="*/ 120 w 17400"/>
              <a:gd name="p0y16" fmla="*/ 0 h 115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4A7B3F"/>
          </a:solidFill>
          <a:ln>
            <a:noFill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762000" y="1312155"/>
            <a:ext cx="2409454" cy="31146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b="1" spc="108">
                <a:solidFill>
                  <a:srgbClr val="F5E8D4"/>
                </a:solidFill>
                <a:latin typeface="汉仪正圆-45W" panose="00020600040101010101" charset="-122"/>
                <a:ea typeface="汉仪正圆-45W" panose="00020600040101010101" charset="-122"/>
              </a:rPr>
              <a:t>迷彩褪去，军魂永驻</a:t>
            </a:r>
            <a:endParaRPr b="1" spc="108">
              <a:solidFill>
                <a:srgbClr val="F5E8D4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4"/>
            </p:custDataLst>
          </p:nvPr>
        </p:nvSpPr>
        <p:spPr>
          <a:xfrm>
            <a:off x="575945" y="2068830"/>
            <a:ext cx="5400675" cy="2101215"/>
          </a:xfrm>
          <a:custGeom>
            <a:avLst/>
            <a:gdLst>
              <a:gd name="sw" fmla="*/ 1 w 8505"/>
              <a:gd name="sh" fmla="*/ 1 h 3309"/>
              <a:gd name="mins" fmla="min sw sh"/>
              <a:gd name="dsw" fmla="+- 0 sw mins"/>
              <a:gd name="dsh" fmla="+- 0 sh mins"/>
              <a:gd name="p0x0" fmla="*/ 120 w 8505"/>
              <a:gd name="p0y0" fmla="*/ 0 h 3309"/>
              <a:gd name="p0x1" fmla="*/ 8385 w 8505"/>
              <a:gd name="p0y1" fmla="*/ 0 h 3309"/>
              <a:gd name="p0x2" fmla="*/ 8451 w 8505"/>
              <a:gd name="p0y2" fmla="*/ 0 h 3309"/>
              <a:gd name="p0x3" fmla="*/ 8505 w 8505"/>
              <a:gd name="p0y3" fmla="*/ 53 h 3309"/>
              <a:gd name="p0x4" fmla="*/ 8505 w 8505"/>
              <a:gd name="p0y4" fmla="*/ 120 h 3309"/>
              <a:gd name="p0x5" fmla="*/ 8505 w 8505"/>
              <a:gd name="p0y5" fmla="*/ 3189 h 3309"/>
              <a:gd name="p0x6" fmla="*/ 8505 w 8505"/>
              <a:gd name="p0y6" fmla="*/ 3255 h 3309"/>
              <a:gd name="p0x7" fmla="*/ 8451 w 8505"/>
              <a:gd name="p0y7" fmla="*/ 3309 h 3309"/>
              <a:gd name="p0x8" fmla="*/ 8385 w 8505"/>
              <a:gd name="p0y8" fmla="*/ 3309 h 3309"/>
              <a:gd name="p0x9" fmla="*/ 120 w 8505"/>
              <a:gd name="p0y9" fmla="*/ 3309 h 3309"/>
              <a:gd name="p0x10" fmla="*/ 53 w 8505"/>
              <a:gd name="p0y10" fmla="*/ 3309 h 3309"/>
              <a:gd name="p0x11" fmla="*/ 0 w 8505"/>
              <a:gd name="p0y11" fmla="*/ 3255 h 3309"/>
              <a:gd name="p0x12" fmla="*/ 0 w 8505"/>
              <a:gd name="p0y12" fmla="*/ 3189 h 3309"/>
              <a:gd name="p0x13" fmla="*/ 0 w 8505"/>
              <a:gd name="p0y13" fmla="*/ 120 h 3309"/>
              <a:gd name="p0x14" fmla="*/ 0 w 8505"/>
              <a:gd name="p0y14" fmla="*/ 53 h 3309"/>
              <a:gd name="p0x15" fmla="*/ 53 w 8505"/>
              <a:gd name="p0y15" fmla="*/ 0 h 3309"/>
              <a:gd name="p0x16" fmla="*/ 120 w 8505"/>
              <a:gd name="p0y16" fmla="*/ 0 h 33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任意多边形 6"/>
          <p:cNvSpPr/>
          <p:nvPr>
            <p:custDataLst>
              <p:tags r:id="rId5"/>
            </p:custDataLst>
          </p:nvPr>
        </p:nvSpPr>
        <p:spPr>
          <a:xfrm>
            <a:off x="771525" y="27539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d2d9611f-9871-11f1-818a-9a7f2fb25ab2"/>
          <p:cNvPicPr/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 t="-34" b="34"/>
          <a:stretch>
            <a:fillRect/>
          </a:stretch>
        </p:blipFill>
        <p:spPr>
          <a:xfrm>
            <a:off x="838200" y="2820670"/>
            <a:ext cx="209550" cy="209550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1228725" y="274263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精神不灭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0"/>
            </p:custDataLst>
          </p:nvPr>
        </p:nvSpPr>
        <p:spPr>
          <a:xfrm>
            <a:off x="771525" y="3196028"/>
            <a:ext cx="501015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迷彩服已经洗净叠好，但</a:t>
            </a: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迷彩精神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不需要被收进衣柜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1"/>
            </p:custDataLst>
          </p:nvPr>
        </p:nvSpPr>
        <p:spPr>
          <a:xfrm>
            <a:off x="575945" y="4370070"/>
            <a:ext cx="5400675" cy="2101850"/>
          </a:xfrm>
          <a:custGeom>
            <a:avLst/>
            <a:gdLst>
              <a:gd name="sw" fmla="*/ 1 w 8505"/>
              <a:gd name="sh" fmla="*/ 1 h 3309"/>
              <a:gd name="mins" fmla="min sw sh"/>
              <a:gd name="dsw" fmla="+- 0 sw mins"/>
              <a:gd name="dsh" fmla="+- 0 sh mins"/>
              <a:gd name="p0x0" fmla="*/ 120 w 8505"/>
              <a:gd name="p0y0" fmla="*/ 0 h 3309"/>
              <a:gd name="p0x1" fmla="*/ 8385 w 8505"/>
              <a:gd name="p0y1" fmla="*/ 0 h 3309"/>
              <a:gd name="p0x2" fmla="*/ 8451 w 8505"/>
              <a:gd name="p0y2" fmla="*/ 0 h 3309"/>
              <a:gd name="p0x3" fmla="*/ 8505 w 8505"/>
              <a:gd name="p0y3" fmla="*/ 53 h 3309"/>
              <a:gd name="p0x4" fmla="*/ 8505 w 8505"/>
              <a:gd name="p0y4" fmla="*/ 120 h 3309"/>
              <a:gd name="p0x5" fmla="*/ 8505 w 8505"/>
              <a:gd name="p0y5" fmla="*/ 3189 h 3309"/>
              <a:gd name="p0x6" fmla="*/ 8505 w 8505"/>
              <a:gd name="p0y6" fmla="*/ 3255 h 3309"/>
              <a:gd name="p0x7" fmla="*/ 8451 w 8505"/>
              <a:gd name="p0y7" fmla="*/ 3309 h 3309"/>
              <a:gd name="p0x8" fmla="*/ 8385 w 8505"/>
              <a:gd name="p0y8" fmla="*/ 3309 h 3309"/>
              <a:gd name="p0x9" fmla="*/ 120 w 8505"/>
              <a:gd name="p0y9" fmla="*/ 3309 h 3309"/>
              <a:gd name="p0x10" fmla="*/ 53 w 8505"/>
              <a:gd name="p0y10" fmla="*/ 3309 h 3309"/>
              <a:gd name="p0x11" fmla="*/ 0 w 8505"/>
              <a:gd name="p0y11" fmla="*/ 3255 h 3309"/>
              <a:gd name="p0x12" fmla="*/ 0 w 8505"/>
              <a:gd name="p0y12" fmla="*/ 3189 h 3309"/>
              <a:gd name="p0x13" fmla="*/ 0 w 8505"/>
              <a:gd name="p0y13" fmla="*/ 120 h 3309"/>
              <a:gd name="p0x14" fmla="*/ 0 w 8505"/>
              <a:gd name="p0y14" fmla="*/ 53 h 3309"/>
              <a:gd name="p0x15" fmla="*/ 53 w 8505"/>
              <a:gd name="p0y15" fmla="*/ 0 h 3309"/>
              <a:gd name="p0x16" fmla="*/ 120 w 8505"/>
              <a:gd name="p0y16" fmla="*/ 0 h 330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任意多边形 12"/>
          <p:cNvSpPr/>
          <p:nvPr>
            <p:custDataLst>
              <p:tags r:id="rId12"/>
            </p:custDataLst>
          </p:nvPr>
        </p:nvSpPr>
        <p:spPr>
          <a:xfrm>
            <a:off x="771525" y="491807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d2d9619a-9871-11f1-818a-9a7f2fb25ab2"/>
          <p:cNvPicPr/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t="-226" b="226"/>
          <a:stretch>
            <a:fillRect/>
          </a:stretch>
        </p:blipFill>
        <p:spPr>
          <a:xfrm>
            <a:off x="838200" y="4984750"/>
            <a:ext cx="209550" cy="209550"/>
          </a:xfrm>
          <a:prstGeom prst="rect">
            <a:avLst/>
          </a:prstGeom>
        </p:spPr>
      </p:pic>
      <p:sp>
        <p:nvSpPr>
          <p:cNvPr id="16" name="文本框 15"/>
          <p:cNvSpPr txBox="1"/>
          <p:nvPr>
            <p:custDataLst>
              <p:tags r:id="rId16"/>
            </p:custDataLst>
          </p:nvPr>
        </p:nvSpPr>
        <p:spPr>
          <a:xfrm>
            <a:off x="1228725" y="4907118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自我唤醒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7"/>
            </p:custDataLst>
          </p:nvPr>
        </p:nvSpPr>
        <p:spPr>
          <a:xfrm>
            <a:off x="771525" y="5360508"/>
            <a:ext cx="5057851" cy="5714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未来三年，考试的压力、竞赛的竞争、成长的迷茫，都会在烈日下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sz="135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纹丝不动的自己</a:t>
            </a:r>
            <a:r>
              <a:rPr sz="135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中找到答案</a:t>
            </a:r>
            <a:endParaRPr sz="135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18"/>
            </p:custDataLst>
          </p:nvPr>
        </p:nvSpPr>
        <p:spPr>
          <a:xfrm>
            <a:off x="6214745" y="2068830"/>
            <a:ext cx="5400675" cy="4403090"/>
          </a:xfrm>
          <a:custGeom>
            <a:avLst/>
            <a:gdLst>
              <a:gd name="sw" fmla="*/ 1 w 8505"/>
              <a:gd name="sh" fmla="*/ 1 h 6934"/>
              <a:gd name="mins" fmla="min sw sh"/>
              <a:gd name="dsw" fmla="+- 0 sw mins"/>
              <a:gd name="dsh" fmla="+- 0 sh mins"/>
              <a:gd name="p0x0" fmla="*/ 120 w 8505"/>
              <a:gd name="p0y0" fmla="*/ 0 h 6934"/>
              <a:gd name="p0x1" fmla="*/ 8385 w 8505"/>
              <a:gd name="p0y1" fmla="*/ 0 h 6934"/>
              <a:gd name="p0x2" fmla="*/ 8451 w 8505"/>
              <a:gd name="p0y2" fmla="*/ 0 h 6934"/>
              <a:gd name="p0x3" fmla="*/ 8505 w 8505"/>
              <a:gd name="p0y3" fmla="*/ 53 h 6934"/>
              <a:gd name="p0x4" fmla="*/ 8505 w 8505"/>
              <a:gd name="p0y4" fmla="*/ 120 h 6934"/>
              <a:gd name="p0x5" fmla="*/ 8505 w 8505"/>
              <a:gd name="p0y5" fmla="*/ 6814 h 6934"/>
              <a:gd name="p0x6" fmla="*/ 8505 w 8505"/>
              <a:gd name="p0y6" fmla="*/ 6880 h 6934"/>
              <a:gd name="p0x7" fmla="*/ 8451 w 8505"/>
              <a:gd name="p0y7" fmla="*/ 6934 h 6934"/>
              <a:gd name="p0x8" fmla="*/ 8385 w 8505"/>
              <a:gd name="p0y8" fmla="*/ 6934 h 6934"/>
              <a:gd name="p0x9" fmla="*/ 120 w 8505"/>
              <a:gd name="p0y9" fmla="*/ 6934 h 6934"/>
              <a:gd name="p0x10" fmla="*/ 53 w 8505"/>
              <a:gd name="p0y10" fmla="*/ 6934 h 6934"/>
              <a:gd name="p0x11" fmla="*/ 0 w 8505"/>
              <a:gd name="p0y11" fmla="*/ 6880 h 6934"/>
              <a:gd name="p0x12" fmla="*/ 0 w 8505"/>
              <a:gd name="p0y12" fmla="*/ 6814 h 6934"/>
              <a:gd name="p0x13" fmla="*/ 0 w 8505"/>
              <a:gd name="p0y13" fmla="*/ 120 h 6934"/>
              <a:gd name="p0x14" fmla="*/ 0 w 8505"/>
              <a:gd name="p0y14" fmla="*/ 53 h 6934"/>
              <a:gd name="p0x15" fmla="*/ 53 w 8505"/>
              <a:gd name="p0y15" fmla="*/ 0 h 6934"/>
              <a:gd name="p0x16" fmla="*/ 120 w 8505"/>
              <a:gd name="p0y16" fmla="*/ 0 h 6934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DFCF8"/>
          </a:solidFill>
          <a:ln w="9525" cmpd="sng">
            <a:solidFill>
              <a:srgbClr val="E8ECD8"/>
            </a:solidFill>
            <a:prstDash val="solid"/>
          </a:ln>
          <a:effectLst>
            <a:outerShdw blurRad="28575" dist="9525" dir="5399999" algn="ctr" rotWithShape="0">
              <a:srgbClr val="4A7B3F">
                <a:alpha val="7843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任意多边形 18"/>
          <p:cNvSpPr/>
          <p:nvPr>
            <p:custDataLst>
              <p:tags r:id="rId19"/>
            </p:custDataLst>
          </p:nvPr>
        </p:nvSpPr>
        <p:spPr>
          <a:xfrm>
            <a:off x="6410325" y="371792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D4E8C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19" descr="d2d9628e-9871-11f1-818a-9a7f2fb25ab2"/>
          <p:cNvPicPr/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t="-121" b="121"/>
          <a:stretch>
            <a:fillRect/>
          </a:stretch>
        </p:blipFill>
        <p:spPr>
          <a:xfrm>
            <a:off x="6477000" y="3784600"/>
            <a:ext cx="209550" cy="20955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3"/>
            </p:custDataLst>
          </p:nvPr>
        </p:nvSpPr>
        <p:spPr>
          <a:xfrm>
            <a:off x="6867525" y="3706749"/>
            <a:ext cx="135485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 spc="42">
                <a:solidFill>
                  <a:srgbClr val="2C3A2A"/>
                </a:solidFill>
                <a:latin typeface="汉仪正圆-45W" panose="00020600040101010101" charset="-122"/>
                <a:ea typeface="汉仪正圆-45W" panose="00020600040101010101" charset="-122"/>
              </a:rPr>
              <a:t>集体远行</a:t>
            </a:r>
            <a:endParaRPr sz="2100" b="1" spc="42">
              <a:solidFill>
                <a:srgbClr val="2C3A2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24"/>
            </p:custDataLst>
          </p:nvPr>
        </p:nvSpPr>
        <p:spPr>
          <a:xfrm>
            <a:off x="6410325" y="4199191"/>
            <a:ext cx="501015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一个人可以走得很快，但</a:t>
            </a:r>
            <a:r>
              <a:rPr sz="1500" b="1">
                <a:solidFill>
                  <a:srgbClr val="4A7B3F"/>
                </a:solidFill>
                <a:latin typeface="汉仪正圆-45W" panose="00020600040101010101" charset="-122"/>
                <a:ea typeface="汉仪正圆-45W" panose="00020600040101010101" charset="-122"/>
              </a:rPr>
              <a:t>一群人才能走得更远</a:t>
            </a:r>
            <a:r>
              <a:rPr sz="150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，属于我们的集体故事才刚刚翻开第一页</a:t>
            </a:r>
            <a:endParaRPr sz="150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00" y="326040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 defTabSz="266700"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宋体" pitchFamily="2" charset="-122"/>
                <a:ea typeface="宋体" pitchFamily="2" charset="-122"/>
              </a:rPr>
              <a:t>[7]</a:t>
            </a:r>
            <a:endParaRPr lang="en-US" altLang="zh-CN" sz="1600">
              <a:latin typeface="宋体" pitchFamily="2" charset="-122"/>
              <a:ea typeface="宋体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000">
        <p159:morph option="byObject"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</a:t>
            </a:r>
            <a:r>
              <a:rPr lang="en-US"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6</a:t>
            </a:r>
            <a:endParaRPr lang="en-US"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日常军训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20090" y="3758565"/>
            <a:ext cx="4942840" cy="10318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日晒雨淋，站如松坐如钟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汗水是青春最诚实的勋章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</a:t>
            </a:r>
            <a:r>
              <a:rPr lang="en-US"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7</a:t>
            </a:r>
            <a:endParaRPr lang="en-US"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内务</a:t>
            </a: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评比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880485"/>
            <a:ext cx="3520440" cy="918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方被如砖，地面可鉴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方寸之间见作风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59460" y="981075"/>
            <a:ext cx="6979285" cy="1969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800"/>
              <a:t>‘‘</a:t>
            </a:r>
            <a:r>
              <a:rPr lang="zh-CN" altLang="en-US" sz="2800"/>
              <a:t>在第二次内务评比的前一天晚上，我躺在床上翻来覆去，脑子里总想起梁营长说的那句话，不禁思考着要怎样才能拿到流动红旗。第二天中午，我试着把被子整个铺到桌子上，利用这个平面叠被子。我尝试用手掌顺着一个方向反复压，把棉絮都压得紧紧实实的，再次折的时候，线条果然直了很多；我还特意多叠了几层被子，让薄被子看起来厚实了许多，从“豆腐片”变成了“豆腐块”。我按着这个办法先把自己的被子叠好，看见舍友们还在跟被子较劲，我没多想，就走过去主动帮忙。”</a:t>
            </a:r>
            <a:endParaRPr lang="zh-CN" altLang="en-US" sz="2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734695" y="339090"/>
            <a:ext cx="6499225" cy="57365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800"/>
              <a:t>按照刚刚的办法，我仔细帮所有人都叠好了被子，每叠好一床被子，我都小心地把它捧到柜子里，生怕弄坏弄皱。等把所有人的被子都叠好，我额头上也出了一层薄汗。舍友们也都积极配合，打理好自己的内务，塞好床单，将水杯、拖鞋和脸盆按顺序摆放整齐。</a:t>
            </a:r>
            <a:endParaRPr lang="zh-CN" altLang="en-US" sz="2800"/>
          </a:p>
          <a:p>
            <a:r>
              <a:rPr lang="zh-CN" altLang="en-US" sz="2800"/>
              <a:t>当天下午，慕老师公布评比结果，当宣布308宿舍获得流动红旗的时候，我们宿舍的几个人都愣了一秒，开心地笑了。晚饭后，我和舍友一起高举着红旗，将它郑重地挂到了门口的牌子上。这件事让我认识到，一个班集体，只要大家截长补短，同时做好自己分内的事，那么所有的困难都会迎刃而解。</a:t>
            </a:r>
            <a:endParaRPr lang="zh-CN" altLang="en-US" sz="28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054542"/>
            <a:ext cx="1541707" cy="9391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0</a:t>
            </a:r>
            <a:r>
              <a:rPr lang="en-US" sz="5400" b="1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8</a:t>
            </a:r>
            <a:endParaRPr lang="en-US" sz="5400" b="1">
              <a:solidFill>
                <a:srgbClr val="4A7B3F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66750" y="3148965"/>
            <a:ext cx="27097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分列式</a:t>
            </a:r>
            <a:endParaRPr lang="zh-CN"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666750" y="3799205"/>
            <a:ext cx="5551170" cy="10458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一步一动，整齐划一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  <a:spcAft>
                <a:spcPts val="715"/>
              </a:spcAft>
            </a:pPr>
            <a:r>
              <a:rPr lang="zh-CN" altLang="en-US" sz="2800" spc="30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走过主席台的，是被淬炼过的青春</a:t>
            </a:r>
            <a:endParaRPr lang="zh-CN" altLang="en-US" sz="2800" spc="30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676400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690370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695450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5172075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666750" y="2137458"/>
            <a:ext cx="5430069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4200" b="1" spc="84">
                <a:solidFill>
                  <a:srgbClr val="4A7B3F"/>
                </a:solidFill>
                <a:latin typeface="汉仪正圆-75W" panose="00020600040101010101" charset="-122"/>
                <a:ea typeface="汉仪正圆-75W" panose="00020600040101010101" charset="-122"/>
              </a:rPr>
              <a:t>迷彩</a:t>
            </a:r>
            <a:r>
              <a:rPr sz="4200" b="1" spc="84">
                <a:solidFill>
                  <a:srgbClr val="2C3A2A"/>
                </a:solidFill>
                <a:latin typeface="汉仪正圆-75W" panose="00020600040101010101" charset="-122"/>
                <a:ea typeface="汉仪正圆-75W" panose="00020600040101010101" charset="-122"/>
              </a:rPr>
              <a:t>褪去，军魂永驻</a:t>
            </a:r>
            <a:endParaRPr sz="4200" b="1" spc="84">
              <a:solidFill>
                <a:srgbClr val="2C3A2A"/>
              </a:solidFill>
              <a:latin typeface="汉仪正圆-75W" panose="00020600040101010101" charset="-122"/>
              <a:ea typeface="汉仪正圆-75W" panose="00020600040101010101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2"/>
            </p:custDataLst>
          </p:nvPr>
        </p:nvSpPr>
        <p:spPr>
          <a:xfrm>
            <a:off x="666750" y="3499533"/>
            <a:ext cx="5748556" cy="101436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2400" spc="48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聚是一团火，散是满天星</a:t>
            </a:r>
            <a:endParaRPr sz="2400" spc="48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  <a:p>
            <a:pPr algn="l">
              <a:lnSpc>
                <a:spcPct val="133000"/>
              </a:lnSpc>
            </a:pPr>
            <a:r>
              <a:rPr sz="2400" spc="48">
                <a:solidFill>
                  <a:srgbClr val="5A6A5A"/>
                </a:solidFill>
                <a:latin typeface="汉仪正圆-45W" panose="00020600040101010101" charset="-122"/>
                <a:ea typeface="汉仪正圆-45W" panose="00020600040101010101" charset="-122"/>
              </a:rPr>
              <a:t>军训教会我们的，是永远相信集体的力量</a:t>
            </a:r>
            <a:endParaRPr sz="2400" spc="48">
              <a:solidFill>
                <a:srgbClr val="5A6A5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3"/>
            </p:custDataLst>
          </p:nvPr>
        </p:nvSpPr>
        <p:spPr>
          <a:xfrm>
            <a:off x="666750" y="4750070"/>
            <a:ext cx="143202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spc="90">
                <a:solidFill>
                  <a:srgbClr val="7A8A7A"/>
                </a:solidFill>
                <a:latin typeface="汉仪正圆-45W" panose="00020600040101010101" charset="-122"/>
                <a:ea typeface="汉仪正圆-45W" panose="00020600040101010101" charset="-122"/>
              </a:rPr>
              <a:t>THANK YOU</a:t>
            </a:r>
            <a:endParaRPr sz="1500" spc="90">
              <a:solidFill>
                <a:srgbClr val="7A8A7A"/>
              </a:solidFill>
              <a:latin typeface="汉仪正圆-45W" panose="00020600040101010101" charset="-122"/>
              <a:ea typeface="汉仪正圆-45W" panose="00020600040101010101" charset="-122"/>
            </a:endParaRPr>
          </a:p>
        </p:txBody>
      </p:sp>
      <p:sp>
        <p:nvSpPr>
          <p:cNvPr id="3" name="任意多边形 2"/>
          <p:cNvSpPr/>
          <p:nvPr>
            <p:custDataLst>
              <p:tags r:id="rId4"/>
            </p:custDataLst>
          </p:nvPr>
        </p:nvSpPr>
        <p:spPr>
          <a:xfrm>
            <a:off x="666750" y="1788795"/>
            <a:ext cx="76200" cy="76200"/>
          </a:xfrm>
          <a:custGeom>
            <a:avLst/>
            <a:gdLst>
              <a:gd name="sw" fmla="*/ 1 w 120"/>
              <a:gd name="sh" fmla="*/ 1 h 120"/>
              <a:gd name="mins" fmla="min sw sh"/>
              <a:gd name="dsw" fmla="+- 0 sw mins"/>
              <a:gd name="dsh" fmla="+- 0 sh mins"/>
              <a:gd name="p0x0" fmla="*/ 60 w 120"/>
              <a:gd name="p0y0" fmla="*/ 0 h 120"/>
              <a:gd name="p0x1" fmla="*/ 93 w 120"/>
              <a:gd name="p0y1" fmla="*/ 0 h 120"/>
              <a:gd name="p0x2" fmla="*/ 120 w 120"/>
              <a:gd name="p0y2" fmla="*/ 26 h 120"/>
              <a:gd name="p0x3" fmla="*/ 120 w 120"/>
              <a:gd name="p0y3" fmla="*/ 60 h 120"/>
              <a:gd name="p0x4" fmla="*/ 120 w 120"/>
              <a:gd name="p0y4" fmla="*/ 93 h 120"/>
              <a:gd name="p0x5" fmla="*/ 93 w 120"/>
              <a:gd name="p0y5" fmla="*/ 120 h 120"/>
              <a:gd name="p0x6" fmla="*/ 60 w 120"/>
              <a:gd name="p0y6" fmla="*/ 120 h 120"/>
              <a:gd name="p0x7" fmla="*/ 26 w 120"/>
              <a:gd name="p0y7" fmla="*/ 120 h 120"/>
              <a:gd name="p0x8" fmla="*/ 0 w 120"/>
              <a:gd name="p0y8" fmla="*/ 93 h 120"/>
              <a:gd name="p0x9" fmla="*/ 0 w 120"/>
              <a:gd name="p0y9" fmla="*/ 60 h 120"/>
              <a:gd name="p0x10" fmla="*/ 0 w 120"/>
              <a:gd name="p0y10" fmla="*/ 26 h 120"/>
              <a:gd name="p0x11" fmla="*/ 26 w 120"/>
              <a:gd name="p0y11" fmla="*/ 0 h 120"/>
              <a:gd name="p0x12" fmla="*/ 60 w 120"/>
              <a:gd name="p0y12" fmla="*/ 0 h 12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5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819150" y="1802765"/>
            <a:ext cx="47625" cy="47625"/>
          </a:xfrm>
          <a:custGeom>
            <a:avLst/>
            <a:gdLst>
              <a:gd name="sw" fmla="*/ 1 w 75"/>
              <a:gd name="sh" fmla="*/ 1 h 75"/>
              <a:gd name="mins" fmla="min sw sh"/>
              <a:gd name="dsw" fmla="+- 0 sw mins"/>
              <a:gd name="dsh" fmla="+- 0 sh mins"/>
              <a:gd name="p0x0" fmla="*/ 37 w 75"/>
              <a:gd name="p0y0" fmla="*/ 0 h 75"/>
              <a:gd name="p0x1" fmla="*/ 58 w 75"/>
              <a:gd name="p0y1" fmla="*/ 0 h 75"/>
              <a:gd name="p0x2" fmla="*/ 75 w 75"/>
              <a:gd name="p0y2" fmla="*/ 16 h 75"/>
              <a:gd name="p0x3" fmla="*/ 75 w 75"/>
              <a:gd name="p0y3" fmla="*/ 37 h 75"/>
              <a:gd name="p0x4" fmla="*/ 75 w 75"/>
              <a:gd name="p0y4" fmla="*/ 58 h 75"/>
              <a:gd name="p0x5" fmla="*/ 58 w 75"/>
              <a:gd name="p0y5" fmla="*/ 75 h 75"/>
              <a:gd name="p0x6" fmla="*/ 37 w 75"/>
              <a:gd name="p0y6" fmla="*/ 75 h 75"/>
              <a:gd name="p0x7" fmla="*/ 16 w 75"/>
              <a:gd name="p0y7" fmla="*/ 75 h 75"/>
              <a:gd name="p0x8" fmla="*/ 0 w 75"/>
              <a:gd name="p0y8" fmla="*/ 58 h 75"/>
              <a:gd name="p0x9" fmla="*/ 0 w 75"/>
              <a:gd name="p0y9" fmla="*/ 37 h 75"/>
              <a:gd name="p0x10" fmla="*/ 0 w 75"/>
              <a:gd name="p0y10" fmla="*/ 16 h 75"/>
              <a:gd name="p0x11" fmla="*/ 16 w 75"/>
              <a:gd name="p0y11" fmla="*/ 0 h 75"/>
              <a:gd name="p0x12" fmla="*/ 37 w 75"/>
              <a:gd name="p0y12" fmla="*/ 0 h 75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35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942975" y="1807845"/>
            <a:ext cx="38100" cy="38100"/>
          </a:xfrm>
          <a:custGeom>
            <a:avLst/>
            <a:gdLst>
              <a:gd name="sw" fmla="*/ 1 w 60"/>
              <a:gd name="sh" fmla="*/ 1 h 60"/>
              <a:gd name="mins" fmla="min sw sh"/>
              <a:gd name="dsw" fmla="+- 0 sw mins"/>
              <a:gd name="dsh" fmla="+- 0 sh mins"/>
              <a:gd name="p0x0" fmla="*/ 30 w 60"/>
              <a:gd name="p0y0" fmla="*/ 0 h 60"/>
              <a:gd name="p0x1" fmla="*/ 46 w 60"/>
              <a:gd name="p0y1" fmla="*/ 0 h 60"/>
              <a:gd name="p0x2" fmla="*/ 60 w 60"/>
              <a:gd name="p0y2" fmla="*/ 13 h 60"/>
              <a:gd name="p0x3" fmla="*/ 60 w 60"/>
              <a:gd name="p0y3" fmla="*/ 30 h 60"/>
              <a:gd name="p0x4" fmla="*/ 60 w 60"/>
              <a:gd name="p0y4" fmla="*/ 46 h 60"/>
              <a:gd name="p0x5" fmla="*/ 46 w 60"/>
              <a:gd name="p0y5" fmla="*/ 60 h 60"/>
              <a:gd name="p0x6" fmla="*/ 30 w 60"/>
              <a:gd name="p0y6" fmla="*/ 60 h 60"/>
              <a:gd name="p0x7" fmla="*/ 13 w 60"/>
              <a:gd name="p0y7" fmla="*/ 60 h 60"/>
              <a:gd name="p0x8" fmla="*/ 0 w 60"/>
              <a:gd name="p0y8" fmla="*/ 46 h 60"/>
              <a:gd name="p0x9" fmla="*/ 0 w 60"/>
              <a:gd name="p0y9" fmla="*/ 30 h 60"/>
              <a:gd name="p0x10" fmla="*/ 0 w 60"/>
              <a:gd name="p0y10" fmla="*/ 13 h 60"/>
              <a:gd name="p0x11" fmla="*/ 13 w 60"/>
              <a:gd name="p0y11" fmla="*/ 0 h 60"/>
              <a:gd name="p0x12" fmla="*/ 30 w 60"/>
              <a:gd name="p0y12" fmla="*/ 0 h 60"/>
            </a:gdLst>
            <a:ahLst/>
            <a:cxnLst/>
            <a:pathLst>
              <a:path>
                <a:moveTo>
                  <a:pt x="p0x0" y="p0y0"/>
                </a:moveTo>
                <a:cubicBezTo>
                  <a:pt x="p0x1" y="p0y1"/>
                  <a:pt x="p0x2" y="p0y2"/>
                  <a:pt x="p0x3" y="p0y3"/>
                </a:cubicBezTo>
                <a:cubicBezTo>
                  <a:pt x="p0x4" y="p0y4"/>
                  <a:pt x="p0x5" y="p0y5"/>
                  <a:pt x="p0x6" y="p0y6"/>
                </a:cubicBezTo>
                <a:cubicBezTo>
                  <a:pt x="p0x7" y="p0y7"/>
                  <a:pt x="p0x8" y="p0y8"/>
                  <a:pt x="p0x9" y="p0y9"/>
                </a:cubicBezTo>
                <a:cubicBezTo>
                  <a:pt x="p0x10" y="p0y10"/>
                  <a:pt x="p0x11" y="p0y11"/>
                  <a:pt x="p0x12" y="p0y12"/>
                </a:cubicBezTo>
                <a:close/>
              </a:path>
            </a:pathLst>
          </a:custGeom>
          <a:solidFill>
            <a:srgbClr val="4A7B3F">
              <a:alpha val="2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" y="3246120"/>
            <a:ext cx="1143000" cy="76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tags/tag1.xml><?xml version="1.0" encoding="utf-8"?>
<p:tagLst xmlns:p="http://schemas.openxmlformats.org/presentationml/2006/main">
  <p:tag name="KSO_WM_TEMPLATE_SUBCATEGORY" val="31"/>
  <p:tag name="KSO_WM_BEAUTIFY_FLAG" val="#wm#"/>
  <p:tag name="KSO_WM_TAG_VERSION" val="3.0"/>
</p:tagLst>
</file>

<file path=ppt/tags/tag2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3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7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9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1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3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6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6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6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68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69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7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73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74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7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7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7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7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79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8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8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8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8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8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86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87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8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8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9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91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92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93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9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9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9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9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0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0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0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0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0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0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8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0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1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2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1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14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1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1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9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2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1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12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124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2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12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127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28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129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0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</p:tagLst>
</file>

<file path=ppt/tags/tag131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32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</p:tagLst>
</file>

<file path=ppt/tags/tag133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3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3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3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38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3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4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4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4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4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44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45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46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47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4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5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5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5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5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5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59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6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6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62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63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6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70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17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7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7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75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77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17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17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180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18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18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18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184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18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186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187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18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189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19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9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9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19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9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1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9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99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00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0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0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0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0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0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0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0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0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09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1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1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12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13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214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215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216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21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1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1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2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2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23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2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25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26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22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28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29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23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3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3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23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3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36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23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3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3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4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41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24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4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4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46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24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4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4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5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51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25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5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5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5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5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5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5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6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6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26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2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6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6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6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6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7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27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7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74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27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27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27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27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279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28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3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8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28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28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28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28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9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9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9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9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9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9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96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29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9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29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0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0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02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3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30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0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06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07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08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0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1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11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12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1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1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1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1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1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18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1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20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321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32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323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32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2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26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7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28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30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31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3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33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33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3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3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33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38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39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4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41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34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4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4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34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46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3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4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49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350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51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</p:tagLst>
</file>

<file path=ppt/tags/tag352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53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5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</p:tagLst>
</file>

<file path=ppt/tags/tag35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5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</p:tagLst>
</file>

<file path=ppt/tags/tag35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5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5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</p:tagLst>
</file>

<file path=ppt/tags/tag360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61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</p:tagLst>
</file>

<file path=ppt/tags/tag36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6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64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6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66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6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6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6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37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7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37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7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37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7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7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7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37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8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38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383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38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86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387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388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38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39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391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39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393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39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395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39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39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39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39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0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0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0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03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0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0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0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07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08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1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11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1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1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14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15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1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7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18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19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20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2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2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23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2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2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26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2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31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3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3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3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3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36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3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3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39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40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41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4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</p:tagLst>
</file>

<file path=ppt/tags/tag44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</p:tagLst>
</file>

<file path=ppt/tags/tag444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</p:tagLst>
</file>

<file path=ppt/tags/tag44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</p:tagLst>
</file>

<file path=ppt/tags/tag446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</p:tagLst>
</file>

<file path=ppt/tags/tag447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48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50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5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53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54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5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</p:tagLst>
</file>

<file path=ppt/tags/tag4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57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5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</p:tagLst>
</file>

<file path=ppt/tags/tag459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6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6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</p:tagLst>
</file>

<file path=ppt/tags/tag462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63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64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6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6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6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6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6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470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47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473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47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75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476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47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7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479.xml><?xml version="1.0" encoding="utf-8"?>
<p:tagLst xmlns:p="http://schemas.openxmlformats.org/presentationml/2006/main">
  <p:tag name="KSO_WM_UNIT_TYPE" val="d"/>
  <p:tag name="KSO_WM_UNIT_INDEX" val="4"/>
  <p:tag name="KSO_WM_BEAUTIFY_FLAG" val="#wm#"/>
  <p:tag name="KSO_WM_TAG_VERSION" val="3.0"/>
</p:tagLst>
</file>

<file path=ppt/tags/tag48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481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4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48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484.xml><?xml version="1.0" encoding="utf-8"?>
<p:tagLst xmlns:p="http://schemas.openxmlformats.org/presentationml/2006/main">
  <p:tag name="KSO_WM_UNIT_TYPE" val="d"/>
  <p:tag name="KSO_WM_UNIT_INDEX" val="5"/>
  <p:tag name="KSO_WM_BEAUTIFY_FLAG" val="#wm#"/>
  <p:tag name="KSO_WM_TAG_VERSION" val="3.0"/>
</p:tagLst>
</file>

<file path=ppt/tags/tag485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486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487.xml><?xml version="1.0" encoding="utf-8"?>
<p:tagLst xmlns:p="http://schemas.openxmlformats.org/presentationml/2006/main">
  <p:tag name="KSO_WM_UNIT_TYPE" val="d"/>
  <p:tag name="KSO_WM_UNIT_INDEX" val="6"/>
  <p:tag name="KSO_WM_BEAUTIFY_FLAG" val="#wm#"/>
  <p:tag name="KSO_WM_TAG_VERSION" val="3.0"/>
</p:tagLst>
</file>

<file path=ppt/tags/tag488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48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</p:tagLst>
</file>

<file path=ppt/tags/tag490.xml><?xml version="1.0" encoding="utf-8"?>
<p:tagLst xmlns:p="http://schemas.openxmlformats.org/presentationml/2006/main">
  <p:tag name="KSO_WM_UNIT_TYPE" val="d"/>
  <p:tag name="KSO_WM_UNIT_INDEX" val="7"/>
  <p:tag name="KSO_WM_BEAUTIFY_FLAG" val="#wm#"/>
  <p:tag name="KSO_WM_TAG_VERSION" val="3.0"/>
</p:tagLst>
</file>

<file path=ppt/tags/tag491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49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</p:tagLst>
</file>

<file path=ppt/tags/tag493.xml><?xml version="1.0" encoding="utf-8"?>
<p:tagLst xmlns:p="http://schemas.openxmlformats.org/presentationml/2006/main">
  <p:tag name="KSO_WM_UNIT_TYPE" val="d"/>
  <p:tag name="KSO_WM_UNIT_INDEX" val="8"/>
  <p:tag name="KSO_WM_BEAUTIFY_FLAG" val="#wm#"/>
  <p:tag name="KSO_WM_TAG_VERSION" val="3.0"/>
</p:tagLst>
</file>

<file path=ppt/tags/tag494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495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49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49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98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499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0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</p:tagLst>
</file>

<file path=ppt/tags/tag501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02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03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0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05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</p:tagLst>
</file>

<file path=ppt/tags/tag506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0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08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0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1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</p:tagLst>
</file>

<file path=ppt/tags/tag51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1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13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</p:tagLst>
</file>

<file path=ppt/tags/tag51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</p:tagLst>
</file>

<file path=ppt/tags/tag515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</p:tagLst>
</file>

<file path=ppt/tags/tag516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517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5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5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2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2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24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25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527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528.xml><?xml version="1.0" encoding="utf-8"?>
<p:tagLst xmlns:p="http://schemas.openxmlformats.org/presentationml/2006/main">
  <p:tag name="KSO_WM_UNIT_TYPE" val="d"/>
  <p:tag name="KSO_WM_UNIT_INDEX" val="2"/>
  <p:tag name="KSO_WM_BEAUTIFY_FLAG" val="#wm#"/>
  <p:tag name="KSO_WM_TAG_VERSION" val="3.0"/>
</p:tagLst>
</file>

<file path=ppt/tags/tag529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53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3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</p:tagLst>
</file>

<file path=ppt/tags/tag5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</p:tagLst>
</file>

<file path=ppt/tags/tag533.xml><?xml version="1.0" encoding="utf-8"?>
<p:tagLst xmlns:p="http://schemas.openxmlformats.org/presentationml/2006/main">
  <p:tag name="KSO_WM_UNIT_TYPE" val="d"/>
  <p:tag name="KSO_WM_UNIT_INDEX" val="3"/>
  <p:tag name="KSO_WM_BEAUTIFY_FLAG" val="#wm#"/>
  <p:tag name="KSO_WM_TAG_VERSION" val="3.0"/>
</p:tagLst>
</file>

<file path=ppt/tags/tag5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53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37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3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0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42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43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44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45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4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4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49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50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51.xml><?xml version="1.0" encoding="utf-8"?>
<p:tagLst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55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5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56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ags/tag557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5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559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60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56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56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63.xml><?xml version="1.0" encoding="utf-8"?>
<p:tagLst xmlns:p="http://schemas.openxmlformats.org/presentationml/2006/main">
  <p:tag name="KSO_WM_UNIT_TYPE" val="d"/>
  <p:tag name="KSO_WM_UNIT_INDEX" val="1"/>
  <p:tag name="KSO_WM_BEAUTIFY_FLAG" val="#wm#"/>
  <p:tag name="KSO_WM_TAG_VERSION" val="3.0"/>
</p:tagLst>
</file>

<file path=ppt/theme/theme1.xml><?xml version="1.0" encoding="utf-8"?>
<a:theme xmlns:a="http://schemas.openxmlformats.org/drawingml/2006/main" name="1_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">
      <a:majorFont>
        <a:latin typeface="汉仪正圆-75W"/>
        <a:ea typeface="汉仪正圆-75W"/>
        <a:cs typeface=""/>
      </a:majorFont>
      <a:minorFont>
        <a:latin typeface="汉仪正圆-45W"/>
        <a:ea typeface="汉仪正圆-45W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3755</Words>
  <Application>WPS 演示</Application>
  <PresentationFormat>宽屏</PresentationFormat>
  <Paragraphs>549</Paragraphs>
  <Slides>34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34</vt:i4>
      </vt:variant>
    </vt:vector>
  </HeadingPairs>
  <TitlesOfParts>
    <vt:vector size="49" baseType="lpstr">
      <vt:lpstr>Arial</vt:lpstr>
      <vt:lpstr>宋体</vt:lpstr>
      <vt:lpstr>Wingdings</vt:lpstr>
      <vt:lpstr>FT AeroSans</vt:lpstr>
      <vt:lpstr>汉仪正圆-75W</vt:lpstr>
      <vt:lpstr>HarmonyOS Sans Digit</vt:lpstr>
      <vt:lpstr>汉仪正圆-45W</vt:lpstr>
      <vt:lpstr>微软雅黑</vt:lpstr>
      <vt:lpstr>方正雅意黑 GB18030L2 R</vt:lpstr>
      <vt:lpstr>宋体</vt:lpstr>
      <vt:lpstr>书宋-简</vt:lpstr>
      <vt:lpstr>Arial Unicode MS</vt:lpstr>
      <vt:lpstr>汉仪正圆-45W</vt:lpstr>
      <vt:lpstr>鸿蒙黑体</vt:lpstr>
      <vt:lpstr>1_WPS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李同丰</cp:lastModifiedBy>
  <cp:revision>3</cp:revision>
  <dcterms:created xsi:type="dcterms:W3CDTF">2026-08-24T08:09:18Z</dcterms:created>
  <dcterms:modified xsi:type="dcterms:W3CDTF">2026-08-24T08:09:18Z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2052-12.1.3.28481</vt:lpwstr>
  </property>
  <property fmtid="{D5CDD505-2E9C-101B-9397-08002B2CF9AE}" pid="3" name="ICV">
    <vt:lpwstr>EC6826812E9E4676A656890118017617_13</vt:lpwstr>
  </property>
  <property fmtid="{D5CDD505-2E9C-101B-9397-08002B2CF9AE}" pid="4" name="intentionCode">
    <vt:lpwstr>wps_wpp_generate_html_ppt</vt:lpwstr>
  </property>
  <property fmtid="{D5CDD505-2E9C-101B-9397-08002B2CF9AE}" pid="5" name="KSOAIPPTCode">
    <vt:lpwstr>bQdtR7TdgXbU10tiNGKnJ0ZDxcEK6DAMRLBe9UpCj/k3URjyO0TuixSwVcX8GPtNKURy3HPF8Kg486304Wgwy1mvEG5378uqSRhFG8W+mIZRGC1MOapRlrY1UGNS7v3JR7IkDXdrqchPO+JWk4DqL1fKRfwF1Iwn+BXXlSOTjv9rSVlVYqxU0AJ5ZFhTDH4iyk2JD/kE00KxKD29BrL8dKg2BcfC77erYjIBsHFCeZKqQhl+8iHxg1OQtcu7KPMbfMCk9HMFuAthqHBNExR3iNkyAK+/RJ41QBs0+nn6fwBj4zxDSXyuEM4pxGX1J6DtsOCktJQC3Z7/E3ZHc81Skg==</vt:lpwstr>
  </property>
</Properties>
</file>